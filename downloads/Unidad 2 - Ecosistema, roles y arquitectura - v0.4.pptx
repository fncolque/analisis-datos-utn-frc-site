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214bc544fd48e1" /><Relationship Type="http://schemas.openxmlformats.org/officeDocument/2006/relationships/extended-properties" Target="/docProps/app.xml" Id="Rb89fcba2fdc84b54" /><Relationship Type="http://schemas.openxmlformats.org/officeDocument/2006/relationships/officeDocument" Target="/ppt/presentation.xml" Id="R6c1890d01fa5410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afef4a670ee4046"/>
  </p:sldMasterIdLst>
  <p:notesMasterIdLst>
    <p:notesMasterId xmlns:r="http://schemas.openxmlformats.org/officeDocument/2006/relationships" r:id="Rf7db0a5df89f41b0"/>
  </p:notesMasterIdLst>
  <p:sldIdLst>
    <p:sldId xmlns:r="http://schemas.openxmlformats.org/officeDocument/2006/relationships" id="256" r:id="R2fb952e4074b43fa"/>
    <p:sldId xmlns:r="http://schemas.openxmlformats.org/officeDocument/2006/relationships" id="257" r:id="R41e032360ea94054"/>
    <p:sldId xmlns:r="http://schemas.openxmlformats.org/officeDocument/2006/relationships" id="258" r:id="R8a6d340d5c84463c"/>
    <p:sldId xmlns:r="http://schemas.openxmlformats.org/officeDocument/2006/relationships" id="259" r:id="R4a239b00fcf44a62"/>
    <p:sldId xmlns:r="http://schemas.openxmlformats.org/officeDocument/2006/relationships" id="260" r:id="R90d9db8e32e54588"/>
    <p:sldId xmlns:r="http://schemas.openxmlformats.org/officeDocument/2006/relationships" id="261" r:id="R8dca9616089145a3"/>
    <p:sldId xmlns:r="http://schemas.openxmlformats.org/officeDocument/2006/relationships" id="262" r:id="R7ff753af8d754b00"/>
    <p:sldId xmlns:r="http://schemas.openxmlformats.org/officeDocument/2006/relationships" id="263" r:id="Reb93301505864f1b"/>
    <p:sldId xmlns:r="http://schemas.openxmlformats.org/officeDocument/2006/relationships" id="264" r:id="Rb3baf6a0edbb4569"/>
    <p:sldId xmlns:r="http://schemas.openxmlformats.org/officeDocument/2006/relationships" id="265" r:id="Rc00b1ec5be364432"/>
    <p:sldId xmlns:r="http://schemas.openxmlformats.org/officeDocument/2006/relationships" id="266" r:id="Reb5d81a777d4484a"/>
    <p:sldId xmlns:r="http://schemas.openxmlformats.org/officeDocument/2006/relationships" id="267" r:id="R9fdfc6a8a8ab423a"/>
    <p:sldId xmlns:r="http://schemas.openxmlformats.org/officeDocument/2006/relationships" id="268" r:id="R18cea041fe7c4921"/>
    <p:sldId xmlns:r="http://schemas.openxmlformats.org/officeDocument/2006/relationships" id="269" r:id="R47068baaf7544648"/>
    <p:sldId xmlns:r="http://schemas.openxmlformats.org/officeDocument/2006/relationships" id="270" r:id="Re8d368c8be704820"/>
  </p:sldIdLst>
  <p:sldSz cx="18288000" cy="10287000"/>
  <p:notesSz cx="6858000" cy="9144000"/>
  <p:embeddedFontLst>
    <p:embeddedFont>
      <p:font typeface="Telegraf"/>
      <p:regular xmlns:r="http://schemas.openxmlformats.org/officeDocument/2006/relationships" r:id="Rf3e798c56a334b41"/>
    </p:embeddedFont>
    <p:embeddedFont>
      <p:font typeface="Telegraf Bold"/>
      <p:regular xmlns:r="http://schemas.openxmlformats.org/officeDocument/2006/relationships" r:id="Rbf35440b06cf449b"/>
    </p:embeddedFont>
    <p:embeddedFont>
      <p:font typeface="Telegraf Heavy"/>
      <p:regular xmlns:r="http://schemas.openxmlformats.org/officeDocument/2006/relationships" r:id="R1947a07eb4d44c2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bf9eae575a45be" /><Relationship Type="http://schemas.openxmlformats.org/officeDocument/2006/relationships/slideMaster" Target="/ppt/slideMasters/slideMaster1.xml" Id="Rcafef4a670ee4046" /><Relationship Type="http://schemas.openxmlformats.org/officeDocument/2006/relationships/notesMaster" Target="/ppt/notesMasters/notesMaster1.xml" Id="Rf7db0a5df89f41b0" /><Relationship Type="http://schemas.openxmlformats.org/officeDocument/2006/relationships/presProps" Target="/ppt/presProps.xml" Id="R8a8fae29eae246f0" /><Relationship Type="http://schemas.openxmlformats.org/officeDocument/2006/relationships/viewProps" Target="/ppt/viewProps.xml" Id="R83c1f0b8c6d14f52" /><Relationship Type="http://schemas.openxmlformats.org/officeDocument/2006/relationships/tableStyles" Target="/ppt/tableStyles.xml" Id="R9c0c2d111f944756" /><Relationship Type="http://schemas.openxmlformats.org/officeDocument/2006/relationships/font" Target="/ppt/fonts/font.dat" Id="Rf3e798c56a334b41" /><Relationship Type="http://schemas.openxmlformats.org/officeDocument/2006/relationships/font" Target="/ppt/fonts/font2.dat" Id="Rbf35440b06cf449b" /><Relationship Type="http://schemas.openxmlformats.org/officeDocument/2006/relationships/font" Target="/ppt/fonts/font3.dat" Id="R1947a07eb4d44c2e" /><Relationship Type="http://schemas.openxmlformats.org/officeDocument/2006/relationships/slide" Target="/ppt/slides/slide1.xml" Id="R2fb952e4074b43fa" /><Relationship Type="http://schemas.openxmlformats.org/officeDocument/2006/relationships/slide" Target="/ppt/slides/slide2.xml" Id="R41e032360ea94054" /><Relationship Type="http://schemas.openxmlformats.org/officeDocument/2006/relationships/slide" Target="/ppt/slides/slide3.xml" Id="R8a6d340d5c84463c" /><Relationship Type="http://schemas.openxmlformats.org/officeDocument/2006/relationships/slide" Target="/ppt/slides/slide4.xml" Id="R4a239b00fcf44a62" /><Relationship Type="http://schemas.openxmlformats.org/officeDocument/2006/relationships/slide" Target="/ppt/slides/slide5.xml" Id="R90d9db8e32e54588" /><Relationship Type="http://schemas.openxmlformats.org/officeDocument/2006/relationships/slide" Target="/ppt/slides/slide6.xml" Id="R8dca9616089145a3" /><Relationship Type="http://schemas.openxmlformats.org/officeDocument/2006/relationships/slide" Target="/ppt/slides/slide7.xml" Id="R7ff753af8d754b00" /><Relationship Type="http://schemas.openxmlformats.org/officeDocument/2006/relationships/slide" Target="/ppt/slides/slide8.xml" Id="Reb93301505864f1b" /><Relationship Type="http://schemas.openxmlformats.org/officeDocument/2006/relationships/slide" Target="/ppt/slides/slide9.xml" Id="Rb3baf6a0edbb4569" /><Relationship Type="http://schemas.openxmlformats.org/officeDocument/2006/relationships/slide" Target="/ppt/slides/slide10.xml" Id="Rc00b1ec5be364432" /><Relationship Type="http://schemas.openxmlformats.org/officeDocument/2006/relationships/slide" Target="/ppt/slides/slide11.xml" Id="Reb5d81a777d4484a" /><Relationship Type="http://schemas.openxmlformats.org/officeDocument/2006/relationships/slide" Target="/ppt/slides/slide12.xml" Id="R9fdfc6a8a8ab423a" /><Relationship Type="http://schemas.openxmlformats.org/officeDocument/2006/relationships/slide" Target="/ppt/slides/slide13.xml" Id="R18cea041fe7c4921" /><Relationship Type="http://schemas.openxmlformats.org/officeDocument/2006/relationships/slide" Target="/ppt/slides/slide14.xml" Id="R47068baaf7544648" /><Relationship Type="http://schemas.openxmlformats.org/officeDocument/2006/relationships/slide" Target="/ppt/slides/slide15.xml" Id="Re8d368c8be7048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0afc5a65044e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e83aa5633345f0" /><Relationship Type="http://schemas.openxmlformats.org/officeDocument/2006/relationships/notesMaster" Target="/ppt/notesMasters/notesMaster1.xml" Id="Rc55d5751589c43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5cc8445715498f" /><Relationship Type="http://schemas.openxmlformats.org/officeDocument/2006/relationships/notesMaster" Target="/ppt/notesMasters/notesMaster1.xml" Id="Re198fd4021f044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d2bad9089e4cc7" /><Relationship Type="http://schemas.openxmlformats.org/officeDocument/2006/relationships/notesMaster" Target="/ppt/notesMasters/notesMaster1.xml" Id="R2ce16310e6be46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afbc0da1964587" /><Relationship Type="http://schemas.openxmlformats.org/officeDocument/2006/relationships/notesMaster" Target="/ppt/notesMasters/notesMaster1.xml" Id="R1b7ce3dc6dad4a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4b6df92d494da7" /><Relationship Type="http://schemas.openxmlformats.org/officeDocument/2006/relationships/notesMaster" Target="/ppt/notesMasters/notesMaster1.xml" Id="R99b2f2b6c7a34a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abb7455f294121" /><Relationship Type="http://schemas.openxmlformats.org/officeDocument/2006/relationships/notesMaster" Target="/ppt/notesMasters/notesMaster1.xml" Id="R66591e078cad4a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2127284d624838" /><Relationship Type="http://schemas.openxmlformats.org/officeDocument/2006/relationships/notesMaster" Target="/ppt/notesMasters/notesMaster1.xml" Id="R0993a168c38b49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24a18e768544d0" /><Relationship Type="http://schemas.openxmlformats.org/officeDocument/2006/relationships/notesMaster" Target="/ppt/notesMasters/notesMaster1.xml" Id="Rec7cbf29e78947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77bc22c0249da" /><Relationship Type="http://schemas.openxmlformats.org/officeDocument/2006/relationships/notesMaster" Target="/ppt/notesMasters/notesMaster1.xml" Id="Rf9302eb32cca43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a5fa4d0d514f1d" /><Relationship Type="http://schemas.openxmlformats.org/officeDocument/2006/relationships/notesMaster" Target="/ppt/notesMasters/notesMaster1.xml" Id="Rc80c84d78c844f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a9c68d6ab34912" /><Relationship Type="http://schemas.openxmlformats.org/officeDocument/2006/relationships/notesMaster" Target="/ppt/notesMasters/notesMaster1.xml" Id="Re51ca653938343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f87a3eeb644f67" /><Relationship Type="http://schemas.openxmlformats.org/officeDocument/2006/relationships/notesMaster" Target="/ppt/notesMasters/notesMaster1.xml" Id="Rb1de556590474d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955c2c6ac34800" /><Relationship Type="http://schemas.openxmlformats.org/officeDocument/2006/relationships/notesMaster" Target="/ppt/notesMasters/notesMaster1.xml" Id="R23af2241b5dc46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a5ada0995e4440" /><Relationship Type="http://schemas.openxmlformats.org/officeDocument/2006/relationships/notesMaster" Target="/ppt/notesMasters/notesMaster1.xml" Id="R0895112c94064a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5a8796afc641e9" /><Relationship Type="http://schemas.openxmlformats.org/officeDocument/2006/relationships/notesMaster" Target="/ppt/notesMasters/notesMaster1.xml" Id="R88d8941a87e74e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098ad197946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6e59d815042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492028fea4b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d1fe9fc8447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6c354a9ea47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2b7f962f244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2fcd363f1401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646e65940482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b18628b2341f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b33406403419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41939c48c41f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69558-CD25-4C89-B43C-D6A75F2ED4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D8718D-D06D-42CD-9F46-22D3F3563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E5D6E4-C9CF-43C3-B173-226482B9B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C4C9D4-15D9-4FA4-840E-0AD6975B26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AD1BB-53F6-4232-BE35-F91450C84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89827C-94A1-46D4-A4B1-38CC1349E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21E007-0DF8-4206-9D1E-60547E2E2B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6AF2D-51C1-4E6F-AB14-2F07D2721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A85A2D-52FE-45BE-931F-F42C371867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8BFF7C-452E-4211-A427-86FAEA496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4D279-DBCC-421F-B326-8A467D5F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8EF9B-5FF1-47D0-B9EC-550E23597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4BA64C-C54B-4628-819E-EDED0459F3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F1897A-B408-417E-9609-13703590A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667D90-9D32-42D3-B832-374EE2B3C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F5BAFC-54E5-4531-BE01-950C32A96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75AF3-C4F7-4FD0-8C67-2A54B03814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E46A57-9117-4CF4-AEF3-E402494B80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F5636-AD81-4E55-B599-B966FC5603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F293DC-770F-4EC1-8C85-321B3865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D3CD38-784C-43A0-A02B-8AD16E318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173C6C-B8A4-431A-B1A0-2916B19A4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D5A41D-8436-4C53-A43E-8A56FB103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2449A5-3149-49B2-9687-7A9CDFDE4B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B6061B-2C0D-43E5-BF3C-05DFEE430D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720B4FF-0B58-4E83-A827-23BCD1B800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A2B273-F5C7-44E5-8190-0F6B1200F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71971A-278A-4665-A641-F850E2CD31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06B6DE-F4D1-4D9C-9CAE-A64D87568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B58863-E8F8-4D83-9DA9-5084484C2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CC181AB-1BB4-493C-BEF4-961CED214B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E2FEFC-EFDF-4726-B574-3805840DB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0AF4B9-A159-421C-B585-9B2BED282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D28FB3E-6D21-4122-92ED-8B1906115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633666-791C-493E-82E4-5E604448B4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96BDCF-7DBF-4234-B895-2F9299D5B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6FF2F-64DC-4348-9495-9A7EA2530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420FE7-DFE3-458D-8F9A-2F4781343A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3DBBBD-5FE3-4671-B2B0-6000CCF7D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B84822-3065-4776-8AD5-8A288DB9C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B512A7-E414-4733-A553-2A4657A76C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76EE4A-3E42-4962-9C8E-B577D8E31A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057BAB-10B0-43C8-A4F5-73563DF4F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B72343-8F89-4AC2-86EF-EA637CAF74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7A4223-F595-4F72-A36C-ED5918472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35067-5341-4033-84F3-B8E164C4C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B3718F-0AE3-41A9-A405-44509F98E8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934B46-77C1-4F74-800A-08776E777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F7064-5872-43A5-A0A7-FCF61F8D9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540E-C9DA-4747-B04F-1A0D80C68C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2DD6F1-B912-4885-9EE1-A86B739BE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20850-28BF-48EB-B48D-BCCEFF2EC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DE6B40-205E-4CCF-9852-342409733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686560F-2DBE-4CB1-9FAF-2961DE173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479E08-504B-4525-86AA-526662E5A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EFC91E-115A-4697-9E1F-65EC0E8355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099CED-A861-45CE-84C4-2A1468EBD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03CF38-09EF-422C-A289-60F40EB08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ab0aef2ec14f15" /><Relationship Type="http://schemas.openxmlformats.org/officeDocument/2006/relationships/slideLayout" Target="/ppt/slideLayouts/slideLayout1.xml" Id="R987a931740ac4572" /><Relationship Type="http://schemas.openxmlformats.org/officeDocument/2006/relationships/slideLayout" Target="/ppt/slideLayouts/slideLayout2.xml" Id="R60a218a2b91b4a74" /><Relationship Type="http://schemas.openxmlformats.org/officeDocument/2006/relationships/slideLayout" Target="/ppt/slideLayouts/slideLayout3.xml" Id="Rf924a006003f4c9c" /><Relationship Type="http://schemas.openxmlformats.org/officeDocument/2006/relationships/slideLayout" Target="/ppt/slideLayouts/slideLayout4.xml" Id="R7c8e0d7891ca4b75" /><Relationship Type="http://schemas.openxmlformats.org/officeDocument/2006/relationships/slideLayout" Target="/ppt/slideLayouts/slideLayout5.xml" Id="Rfe784d4b097a4055" /><Relationship Type="http://schemas.openxmlformats.org/officeDocument/2006/relationships/slideLayout" Target="/ppt/slideLayouts/slideLayout6.xml" Id="R9ec08202dbba43f1" /><Relationship Type="http://schemas.openxmlformats.org/officeDocument/2006/relationships/slideLayout" Target="/ppt/slideLayouts/slideLayout7.xml" Id="Rbed0d2b985c54118" /><Relationship Type="http://schemas.openxmlformats.org/officeDocument/2006/relationships/slideLayout" Target="/ppt/slideLayouts/slideLayout8.xml" Id="R7a370503b6d947e7" /><Relationship Type="http://schemas.openxmlformats.org/officeDocument/2006/relationships/slideLayout" Target="/ppt/slideLayouts/slideLayout9.xml" Id="R4fa610fc574a49e1" /><Relationship Type="http://schemas.openxmlformats.org/officeDocument/2006/relationships/slideLayout" Target="/ppt/slideLayouts/slideLayout10.xml" Id="R918c70a8bfa849d0" /><Relationship Type="http://schemas.openxmlformats.org/officeDocument/2006/relationships/slideLayout" Target="/ppt/slideLayouts/slideLayout11.xml" Id="Rcdb95eaf891348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A34E8C-B695-4E58-A35F-F1068576E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A03D92-C314-4265-A6B6-A5F86EB32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B30FD8-E987-4F43-A3D3-5D5030174E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0E75E3-BE45-4C2C-9D3F-CEE39E5283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95CB1-0E80-4CBC-912D-F1C6689A98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7a931740ac4572"/>
    <p:sldLayoutId xmlns:r="http://schemas.openxmlformats.org/officeDocument/2006/relationships" id="2147483650" r:id="R60a218a2b91b4a74"/>
    <p:sldLayoutId xmlns:r="http://schemas.openxmlformats.org/officeDocument/2006/relationships" id="2147483651" r:id="Rf924a006003f4c9c"/>
    <p:sldLayoutId xmlns:r="http://schemas.openxmlformats.org/officeDocument/2006/relationships" id="2147483652" r:id="R7c8e0d7891ca4b75"/>
    <p:sldLayoutId xmlns:r="http://schemas.openxmlformats.org/officeDocument/2006/relationships" id="2147483653" r:id="Rfe784d4b097a4055"/>
    <p:sldLayoutId xmlns:r="http://schemas.openxmlformats.org/officeDocument/2006/relationships" id="2147483654" r:id="R9ec08202dbba43f1"/>
    <p:sldLayoutId xmlns:r="http://schemas.openxmlformats.org/officeDocument/2006/relationships" id="2147483655" r:id="Rbed0d2b985c54118"/>
    <p:sldLayoutId xmlns:r="http://schemas.openxmlformats.org/officeDocument/2006/relationships" id="2147483656" r:id="R7a370503b6d947e7"/>
    <p:sldLayoutId xmlns:r="http://schemas.openxmlformats.org/officeDocument/2006/relationships" id="2147483657" r:id="R4fa610fc574a49e1"/>
    <p:sldLayoutId xmlns:r="http://schemas.openxmlformats.org/officeDocument/2006/relationships" id="2147483658" r:id="R918c70a8bfa849d0"/>
    <p:sldLayoutId xmlns:r="http://schemas.openxmlformats.org/officeDocument/2006/relationships" id="2147483659" r:id="Rcdb95eaf8913483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997639259d4d23" /><Relationship Type="http://schemas.openxmlformats.org/officeDocument/2006/relationships/image" Target="/ppt/media/image.jpeg" Id="Rc0a13826af474fc2" /><Relationship Type="http://schemas.openxmlformats.org/officeDocument/2006/relationships/image" Target="/ppt/media/image2.jpeg" Id="R79b067122c204617" /><Relationship Type="http://schemas.openxmlformats.org/officeDocument/2006/relationships/image" Target="/ppt/media/image.png" Id="R478c4076534e4b74" /><Relationship Type="http://schemas.openxmlformats.org/officeDocument/2006/relationships/notesSlide" Target="/ppt/notesSlides/notesSlide1.xml" Id="Rbe4ccc5f2cf44d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67306e496d4eb0" /><Relationship Type="http://schemas.openxmlformats.org/officeDocument/2006/relationships/image" Target="/ppt/media/image3.jpeg" Id="Rf85c886df8484ba2" /><Relationship Type="http://schemas.openxmlformats.org/officeDocument/2006/relationships/image" Target="/ppt/media/image4.jpeg" Id="Ra036c0e9282a487c" /><Relationship Type="http://schemas.openxmlformats.org/officeDocument/2006/relationships/image" Target="/ppt/media/image5.jpeg" Id="Rac5480a7582f4313" /><Relationship Type="http://schemas.openxmlformats.org/officeDocument/2006/relationships/image" Target="/ppt/media/image2.png" Id="R5adf4b744f434b01" /><Relationship Type="http://schemas.openxmlformats.org/officeDocument/2006/relationships/notesSlide" Target="/ppt/notesSlides/notesSlide2.xml" Id="Rff772fa3ec3b42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c9439f305349e0" /><Relationship Type="http://schemas.openxmlformats.org/officeDocument/2006/relationships/image" Target="/ppt/media/image6.jpeg" Id="R8f842558a54d4267" /><Relationship Type="http://schemas.openxmlformats.org/officeDocument/2006/relationships/image" Target="/ppt/media/image7.jpeg" Id="R084af9fc0c9544cb" /><Relationship Type="http://schemas.openxmlformats.org/officeDocument/2006/relationships/image" Target="/ppt/media/image3.png" Id="Ra9825ccbed364f98" /><Relationship Type="http://schemas.openxmlformats.org/officeDocument/2006/relationships/notesSlide" Target="/ppt/notesSlides/notesSlide3.xml" Id="R81d767ca6f134b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542ed5780e489e" /><Relationship Type="http://schemas.openxmlformats.org/officeDocument/2006/relationships/image" Target="/ppt/media/image4.png" Id="R8b960baf2cb3403a" /><Relationship Type="http://schemas.openxmlformats.org/officeDocument/2006/relationships/notesSlide" Target="/ppt/notesSlides/notesSlide4.xml" Id="R9e7628881e1445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f1308d166346ff" /><Relationship Type="http://schemas.openxmlformats.org/officeDocument/2006/relationships/image" Target="/ppt/media/image8.jpeg" Id="R2f05afc224264e2f" /><Relationship Type="http://schemas.openxmlformats.org/officeDocument/2006/relationships/image" Target="/ppt/media/image9.jpeg" Id="Rf56365fa38c74a42" /><Relationship Type="http://schemas.openxmlformats.org/officeDocument/2006/relationships/image" Target="/ppt/media/image5.png" Id="R71081ed8bb37499f" /><Relationship Type="http://schemas.openxmlformats.org/officeDocument/2006/relationships/notesSlide" Target="/ppt/notesSlides/notesSlide5.xml" Id="Rf1dcba5e0e0641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b4d812fb49425e" /><Relationship Type="http://schemas.openxmlformats.org/officeDocument/2006/relationships/image" Target="/ppt/media/image10.jpeg" Id="R69c7704e8be944f9" /><Relationship Type="http://schemas.openxmlformats.org/officeDocument/2006/relationships/image" Target="/ppt/media/image4.jpeg" Id="Rf581849f065a45c1" /><Relationship Type="http://schemas.openxmlformats.org/officeDocument/2006/relationships/image" Target="/ppt/media/image6.png" Id="Ra4f799cdf40144cf" /><Relationship Type="http://schemas.openxmlformats.org/officeDocument/2006/relationships/notesSlide" Target="/ppt/notesSlides/notesSlide6.xml" Id="Rfe4beb21ecd0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4c148835604065" /><Relationship Type="http://schemas.openxmlformats.org/officeDocument/2006/relationships/image" Target="/ppt/media/image3.jpeg" Id="R4a977923cf0d48ea" /><Relationship Type="http://schemas.openxmlformats.org/officeDocument/2006/relationships/image" Target="/ppt/media/image11.jpeg" Id="R14c4b39c61b94f1f" /><Relationship Type="http://schemas.openxmlformats.org/officeDocument/2006/relationships/image" Target="/ppt/media/image7.png" Id="Rd90e0aa867e1434f" /><Relationship Type="http://schemas.openxmlformats.org/officeDocument/2006/relationships/notesSlide" Target="/ppt/notesSlides/notesSlide7.xml" Id="R4a47099b531242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8e2ad8409a47dd" /><Relationship Type="http://schemas.openxmlformats.org/officeDocument/2006/relationships/image" Target="/ppt/media/image7.jpeg" Id="R136d646f356247d0" /><Relationship Type="http://schemas.openxmlformats.org/officeDocument/2006/relationships/image" Target="/ppt/media/image12.jpeg" Id="R491cd29d65ff41a0" /><Relationship Type="http://schemas.openxmlformats.org/officeDocument/2006/relationships/image" Target="/ppt/media/image8.png" Id="R2e0d2e5d03a34ee6" /><Relationship Type="http://schemas.openxmlformats.org/officeDocument/2006/relationships/notesSlide" Target="/ppt/notesSlides/notesSlide8.xml" Id="Rbe4f9a7f3b7740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4f989d963b4d0c" /><Relationship Type="http://schemas.openxmlformats.org/officeDocument/2006/relationships/image" Target="/ppt/media/image13.jpeg" Id="R1d2c8d1401c9418b" /><Relationship Type="http://schemas.openxmlformats.org/officeDocument/2006/relationships/image" Target="/ppt/media/image9.png" Id="Rd6d31b8d7fdd46f7" /><Relationship Type="http://schemas.openxmlformats.org/officeDocument/2006/relationships/notesSlide" Target="/ppt/notesSlides/notesSlide9.xml" Id="Re5dccd182a9a4f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a15530ceb241c0" /><Relationship Type="http://schemas.openxmlformats.org/officeDocument/2006/relationships/image" Target="/ppt/media/image14.jpeg" Id="Re6362071465545e3" /><Relationship Type="http://schemas.openxmlformats.org/officeDocument/2006/relationships/image" Target="/ppt/media/image15.jpeg" Id="Ra20e0cb7ace845e6" /><Relationship Type="http://schemas.openxmlformats.org/officeDocument/2006/relationships/image" Target="/ppt/media/image10.png" Id="Rfa9d825ef833492b" /><Relationship Type="http://schemas.openxmlformats.org/officeDocument/2006/relationships/notesSlide" Target="/ppt/notesSlides/notesSlide10.xml" Id="R8dde42077e214b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4cf2b579a84200" /><Relationship Type="http://schemas.openxmlformats.org/officeDocument/2006/relationships/image" Target="/ppt/media/image16.jpeg" Id="R3acb4daee4b94af0" /><Relationship Type="http://schemas.openxmlformats.org/officeDocument/2006/relationships/image" Target="/ppt/media/image11.png" Id="Rcdae46f16fe14e06" /><Relationship Type="http://schemas.openxmlformats.org/officeDocument/2006/relationships/notesSlide" Target="/ppt/notesSlides/notesSlide11.xml" Id="Rf4272283707d46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8e4cde5e0c4055" /><Relationship Type="http://schemas.openxmlformats.org/officeDocument/2006/relationships/image" Target="/ppt/media/image3.jpeg" Id="Ra9a9f4fce152435d" /><Relationship Type="http://schemas.openxmlformats.org/officeDocument/2006/relationships/image" Target="/ppt/media/image4.jpeg" Id="Ra7ea270d3af74ab3" /><Relationship Type="http://schemas.openxmlformats.org/officeDocument/2006/relationships/image" Target="/ppt/media/image12.png" Id="R20dc8956be7345ee" /><Relationship Type="http://schemas.openxmlformats.org/officeDocument/2006/relationships/notesSlide" Target="/ppt/notesSlides/notesSlide12.xml" Id="R08e80abd816f4a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b497197c5144d8" /><Relationship Type="http://schemas.openxmlformats.org/officeDocument/2006/relationships/image" Target="/ppt/media/image17.jpeg" Id="Raa803fc32e70468e" /><Relationship Type="http://schemas.openxmlformats.org/officeDocument/2006/relationships/image" Target="/ppt/media/image13.png" Id="Rb20c0f4aa6a64645" /><Relationship Type="http://schemas.openxmlformats.org/officeDocument/2006/relationships/notesSlide" Target="/ppt/notesSlides/notesSlide13.xml" Id="Re8c6d4974aa943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df65b31bac4df1" /><Relationship Type="http://schemas.openxmlformats.org/officeDocument/2006/relationships/image" Target="/ppt/media/image8.jpeg" Id="R434e70483947461b" /><Relationship Type="http://schemas.openxmlformats.org/officeDocument/2006/relationships/image" Target="/ppt/media/image9.jpeg" Id="Rb89fc2bf57834d01" /><Relationship Type="http://schemas.openxmlformats.org/officeDocument/2006/relationships/image" Target="/ppt/media/image5.png" Id="R2e5642e489e64965" /><Relationship Type="http://schemas.openxmlformats.org/officeDocument/2006/relationships/notesSlide" Target="/ppt/notesSlides/notesSlide14.xml" Id="R29993f2eff8045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4d40f56afc4e07" /><Relationship Type="http://schemas.openxmlformats.org/officeDocument/2006/relationships/image" Target="/ppt/media/image3.jpeg" Id="Rfde1283373c04f8c" /><Relationship Type="http://schemas.openxmlformats.org/officeDocument/2006/relationships/image" Target="/ppt/media/image18.jpeg" Id="Rdcfef59c5651488c" /><Relationship Type="http://schemas.openxmlformats.org/officeDocument/2006/relationships/image" Target="/ppt/media/image14.png" Id="R1b47e04341d74f8f" /><Relationship Type="http://schemas.openxmlformats.org/officeDocument/2006/relationships/notesSlide" Target="/ppt/notesSlides/notesSlide15.xml" Id="R288943c0d56f48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46543F45-521A-4CAF-AC7C-47DA64DD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62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13826af474fc2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1886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151616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4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72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7200">
              <a:solidFill>
                <a:schemeClr val="tx1">
                  <a:lumMod val="65000"/>
                  <a:lumOff val="35000"/>
                </a:schemeClr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1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pic>
        <p:nvPicPr>
          <p:cNvPr id="93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067122c204617"/>
          <a:srcRect xmlns:a="http://schemas.openxmlformats.org/drawingml/2006/main" l="29926" t="0" r="29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45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F3F8C0DB-2F8C-4B8B-A6D3-73AD356A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46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BFB51145-CE8A-4C7A-8C7A-B75EFC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7" name="cover-rail">
            <a:extLst xmlns:a="http://schemas.openxmlformats.org/drawingml/2006/main">
              <a:ext uri="{FF2B5EF4-FFF2-40B4-BE49-F238E27FC236}">
                <a16:creationId xmlns:a16="http://schemas.microsoft.com/office/drawing/2014/main" id="{79D28506-4177-461D-AE29-4D5EDBB3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c4076534e4b74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49" name="cover-brand">
            <a:extLst xmlns:a="http://schemas.openxmlformats.org/drawingml/2006/main">
              <a:ext uri="{FF2B5EF4-FFF2-40B4-BE49-F238E27FC236}">
                <a16:creationId xmlns:a16="http://schemas.microsoft.com/office/drawing/2014/main" id="{A49B71A2-E5AD-441D-AFCB-551C7DD4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50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5FD8E57F-DC6B-4333-B6E4-55E7AE95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5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F7D51E6-2B26-44FB-8C11-CDFD48C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Roles, cloud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y </a:t>
            </a: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arquitectura</a:t>
            </a:r>
          </a:p>
        </p:txBody>
      </p:sp>
      <p:sp>
        <p:nvSpPr>
          <p:cNvPr id="52" name="cover-rule">
            <a:extLst xmlns:a="http://schemas.openxmlformats.org/drawingml/2006/main">
              <a:ext uri="{FF2B5EF4-FFF2-40B4-BE49-F238E27FC236}">
                <a16:creationId xmlns:a16="http://schemas.microsoft.com/office/drawing/2014/main" id="{1EB3E8BF-3406-4BA8-9D1A-822FA7C3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3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32E4E4B9-7681-4271-BFCE-7001F9C4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54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966B323A-61D8-4782-9557-3FF1265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¿Qué personas y componentes hacen posible una respuesta confiable?</a:t>
            </a:r>
          </a:p>
        </p:txBody>
      </p:sp>
      <p:sp>
        <p:nvSpPr>
          <p:cNvPr id="55" name="cover-unit">
            <a:extLst xmlns:a="http://schemas.openxmlformats.org/drawingml/2006/main">
              <a:ext uri="{FF2B5EF4-FFF2-40B4-BE49-F238E27FC236}">
                <a16:creationId xmlns:a16="http://schemas.microsoft.com/office/drawing/2014/main" id="{F5552ACB-5288-4DFD-B6A1-B240887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56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E081B3D3-47D0-4168-A526-B1CAC274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UNIDAD 2</a:t>
            </a:r>
          </a:p>
        </p:txBody>
      </p:sp>
      <p:sp>
        <p:nvSpPr>
          <p:cNvPr id="57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B3B5CE56-1A2E-4810-8256-1C8D45EF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0000F0C4-13EF-48E9-BFD7-63AEB601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c886df8484ba2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97BC8354-425C-4EF0-BE98-6B967B6D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6c0e9282a487c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894BCEF6-C55E-41BB-8F72-EF020AD6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B1E0AA00-BD5A-45D3-8AB0-57040F5C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BBA06BDA-2D3A-4250-9792-4E0C71F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0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DAA16275-E620-4D56-B7BA-AE45A314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150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480a7582f4313"/>
          <a:srcRect xmlns:a="http://schemas.openxmlformats.org/drawingml/2006/main" l="0" t="17683" r="0" b="17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f4b744f434b01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3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13388D23-C928-45AF-9408-1C60F32D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4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DC87443C-5EAE-41EE-A46B-59729B4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5" name="visual-year">
            <a:extLst xmlns:a="http://schemas.openxmlformats.org/drawingml/2006/main">
              <a:ext uri="{FF2B5EF4-FFF2-40B4-BE49-F238E27FC236}">
                <a16:creationId xmlns:a16="http://schemas.microsoft.com/office/drawing/2014/main" id="{3362B1B3-8FEB-480D-89E5-5929FA55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798281F7-ACC4-4BC4-AF23-91E55BEA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arquitectura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parte de una pregunta operativa</a:t>
            </a:r>
          </a:p>
        </p:txBody>
      </p:sp>
      <p:sp>
        <p:nvSpPr>
          <p:cNvPr id="67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6C3BBD4A-7E67-46B1-AA07-AD0A73B1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8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62B4F65-5A45-4811-8C73-C9E35064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9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0E0711FB-1CD2-4FC8-AF68-257FE016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70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BBAE2E4-1BD3-4195-9858-0806A553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1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4843B30B-1088-4500-85F0-1E3C1D22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2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8128927B-F74E-4572-BDE1-4AE588EA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3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163CDAF-5554-407F-BDE7-64DDDCB7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ARQUITECTURA · REQUISITOS</a:t>
            </a:r>
          </a:p>
        </p:txBody>
      </p:sp>
      <p:sp>
        <p:nvSpPr>
          <p:cNvPr id="74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1E65C3C-BCB8-4FAB-849C-D615CAFC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5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61B74B6C-1D57-4107-B330-79AB8C46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6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962F6B5A-0501-4583-AF1D-16994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7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23A50D57-F7B9-4E51-B09E-97331167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78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19042EC2-31C4-463A-95B7-9022BDB9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Decisión</a:t>
            </a:r>
          </a:p>
        </p:txBody>
      </p:sp>
      <p:sp>
        <p:nvSpPr>
          <p:cNvPr id="79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A27D0EA2-E7C6-4235-9457-8C722197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¿Qué debe cambiar?</a:t>
            </a:r>
          </a:p>
        </p:txBody>
      </p:sp>
      <p:sp>
        <p:nvSpPr>
          <p:cNvPr id="80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639A9821-B399-49A1-9C9E-E0609CE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BDA0FB39-6453-4954-AA4D-83EF027D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9930C27C-2BA9-4930-8A0D-567B1EB9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3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00B0B1B0-4205-4F3E-9A0D-532141C2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Dato</a:t>
            </a:r>
          </a:p>
        </p:txBody>
      </p:sp>
      <p:sp>
        <p:nvSpPr>
          <p:cNvPr id="84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C5A2F361-C74A-4343-A4D0-7084F09B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¿Qué hecho lo informa?</a:t>
            </a:r>
          </a:p>
        </p:txBody>
      </p:sp>
      <p:sp>
        <p:nvSpPr>
          <p:cNvPr id="85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684C7672-FAAB-43E3-87DB-95C023A0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6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6EEEB72A-F315-4E7E-9642-0198CFD1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7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B4763605-8B06-42C5-8147-3DA8C319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8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0963A19B-0084-458C-95BB-2F6A2D8D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Latencia</a:t>
            </a:r>
          </a:p>
        </p:txBody>
      </p:sp>
      <p:sp>
        <p:nvSpPr>
          <p:cNvPr id="89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F23448B0-D750-4535-9DDC-29822AD7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¿Cuánto puede esperar?</a:t>
            </a:r>
          </a:p>
        </p:txBody>
      </p:sp>
      <p:sp>
        <p:nvSpPr>
          <p:cNvPr id="90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C53A3F24-4CF9-4D9F-91D8-1E502CBA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1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A9F92A2E-241C-43DC-A9FD-1FD04AD5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2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2E3E994D-D5D4-4C9A-94AC-E49253F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93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B33D2192-7C4C-49DC-901C-F6A8E41E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Calidad</a:t>
            </a:r>
          </a:p>
        </p:txBody>
      </p:sp>
      <p:sp>
        <p:nvSpPr>
          <p:cNvPr id="94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7C00F006-D7D5-4AC5-B12B-3C914BC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¿Qué error tolera?</a:t>
            </a:r>
          </a:p>
        </p:txBody>
      </p:sp>
      <p:sp>
        <p:nvSpPr>
          <p:cNvPr id="95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F2AC4672-00E6-4562-AF9D-24131B97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6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26DE0751-8AD7-4442-A574-00049A74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97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9BE3CE76-789E-4A0D-817F-E62E353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98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7159D123-ACC5-444E-BF97-E549E3C3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Responsable</a:t>
            </a:r>
          </a:p>
        </p:txBody>
      </p:sp>
      <p:sp>
        <p:nvSpPr>
          <p:cNvPr id="99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5B615F1E-601E-4FC8-9513-947EBF5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¿Quién responde?</a:t>
            </a:r>
          </a:p>
        </p:txBody>
      </p:sp>
      <p:sp>
        <p:nvSpPr>
          <p:cNvPr id="100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B59F1E47-143D-44A4-B0B3-4BABC21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stack se elige después de declarar estos requisitos.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A2505212-36F0-4ED2-B801-FCB0C669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51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42558a54d4267"/>
          <a:srcRect xmlns:a="http://schemas.openxmlformats.org/drawingml/2006/main" l="0" t="28908" r="0" b="28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23620E01-522F-4DF3-B650-6576F77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53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af9fc0c9544cb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430746D7-FEC1-4B9D-9A39-8FBFEE96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69F74AB3-510C-4B9D-B081-60091277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D63480F3-EDC0-4CD6-9771-BBE9AF4B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25ccbed364f98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F123215D-DAE7-4159-B960-DA3C67AE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3DD7A702-2E31-4874-BEEA-FAC096B9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8173F03D-CC2D-4636-8924-33B30EEA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BDA4700-985D-4B8A-BB9F-8C665596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dato cambia de forma durante su ciclo de vida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1D92F46-3D9B-4847-BD43-8304686D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E394DBD6-A9C4-4B2F-8076-23AF481E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4E552A92-9E51-41CB-A5A8-B995EAE0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43218AD7-081A-4565-8AC1-4383F794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1B5F85F-7209-4440-A26D-B2FDDE4C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33D40E4D-A8F7-4D99-87F8-526D85F6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152E0C6-50D0-40AF-945D-B56549D5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CICLO DE VIDA · RECORRIDO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7E0A668-A8AF-4A89-97A8-252CD4B8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9F071394-9158-41F4-AEE9-75D9CD5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798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4" name="flow-step-0">
            <a:extLst xmlns:a="http://schemas.openxmlformats.org/drawingml/2006/main">
              <a:ext uri="{FF2B5EF4-FFF2-40B4-BE49-F238E27FC236}">
                <a16:creationId xmlns:a16="http://schemas.microsoft.com/office/drawing/2014/main" id="{F831B44E-6888-4663-B5AB-0CBE91B1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5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9FA3E24-9E3F-4A16-A201-3E87F3A8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6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406E97AF-AA0B-4ED7-8E74-2F11CC7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7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249956BF-F400-4AB8-BC7C-594E3ECF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Generar</a:t>
            </a:r>
          </a:p>
        </p:txBody>
      </p:sp>
      <p:sp>
        <p:nvSpPr>
          <p:cNvPr id="7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640C83A6-7DB7-4E82-88BE-780C82F9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Pedido confirmado</a:t>
            </a:r>
          </a:p>
        </p:txBody>
      </p:sp>
      <p:sp>
        <p:nvSpPr>
          <p:cNvPr id="7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0A0D7BD8-B851-4540-A47B-3BA0D755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000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7666B733-885F-44F8-A17B-082BBB98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EC1937C9-033E-416C-9BAE-56E701C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534BC345-6078-4B1E-A56F-BE068056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89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3" name="flow-head-1">
            <a:extLst xmlns:a="http://schemas.openxmlformats.org/drawingml/2006/main">
              <a:ext uri="{FF2B5EF4-FFF2-40B4-BE49-F238E27FC236}">
                <a16:creationId xmlns:a16="http://schemas.microsoft.com/office/drawing/2014/main" id="{EFC058CF-D2DE-4BCF-8A5B-B2A1475E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Capturar</a:t>
            </a:r>
          </a:p>
        </p:txBody>
      </p:sp>
      <p:sp>
        <p:nvSpPr>
          <p:cNvPr id="8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604C366C-8268-4381-B9B3-4EA88555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CSV o API</a:t>
            </a:r>
          </a:p>
        </p:txBody>
      </p:sp>
      <p:sp>
        <p:nvSpPr>
          <p:cNvPr id="8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2C213855-FE56-4510-BF1E-0FE2FFA8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017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6" name="flow-step-2">
            <a:extLst xmlns:a="http://schemas.openxmlformats.org/drawingml/2006/main">
              <a:ext uri="{FF2B5EF4-FFF2-40B4-BE49-F238E27FC236}">
                <a16:creationId xmlns:a16="http://schemas.microsoft.com/office/drawing/2014/main" id="{391EC351-6F87-43F6-A8C2-2922F4A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EF4BEF68-DEF9-4079-8D34-FA33FFD4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8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10E300CB-527A-4908-821B-BAFF8F43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910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9" name="flow-head-2">
            <a:extLst xmlns:a="http://schemas.openxmlformats.org/drawingml/2006/main">
              <a:ext uri="{FF2B5EF4-FFF2-40B4-BE49-F238E27FC236}">
                <a16:creationId xmlns:a16="http://schemas.microsoft.com/office/drawing/2014/main" id="{19926F12-97DF-4D9A-81DA-777678AB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Conservar</a:t>
            </a:r>
          </a:p>
        </p:txBody>
      </p:sp>
      <p:sp>
        <p:nvSpPr>
          <p:cNvPr id="9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123B98EC-198A-46D2-A777-8582C4F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Snapshot versionado</a:t>
            </a:r>
          </a:p>
        </p:txBody>
      </p:sp>
      <p:sp>
        <p:nvSpPr>
          <p:cNvPr id="9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E7BE0EC-7687-4CCC-993A-2305AD91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9035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92" name="flow-step-3">
            <a:extLst xmlns:a="http://schemas.openxmlformats.org/drawingml/2006/main">
              <a:ext uri="{FF2B5EF4-FFF2-40B4-BE49-F238E27FC236}">
                <a16:creationId xmlns:a16="http://schemas.microsoft.com/office/drawing/2014/main" id="{CAFA76A3-B0D3-4919-BFE2-11CB389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3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01F514F7-E736-40B4-B3F8-4FA6C6F3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4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42E81E06-EEFF-475D-8C96-B6181EC3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3927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95" name="flow-head-3">
            <a:extLst xmlns:a="http://schemas.openxmlformats.org/drawingml/2006/main">
              <a:ext uri="{FF2B5EF4-FFF2-40B4-BE49-F238E27FC236}">
                <a16:creationId xmlns:a16="http://schemas.microsoft.com/office/drawing/2014/main" id="{906A2337-5EA0-489D-9FCE-57E0642A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Transformar</a:t>
            </a:r>
          </a:p>
        </p:txBody>
      </p:sp>
      <p:sp>
        <p:nvSpPr>
          <p:cNvPr id="9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AE83502-3071-4868-B6A0-5A09E1E4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Tipos y reglas</a:t>
            </a:r>
          </a:p>
        </p:txBody>
      </p:sp>
      <p:sp>
        <p:nvSpPr>
          <p:cNvPr id="97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3E7D7585-F010-4CF1-AED6-8363D29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605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98" name="flow-step-4">
            <a:extLst xmlns:a="http://schemas.openxmlformats.org/drawingml/2006/main">
              <a:ext uri="{FF2B5EF4-FFF2-40B4-BE49-F238E27FC236}">
                <a16:creationId xmlns:a16="http://schemas.microsoft.com/office/drawing/2014/main" id="{946E202A-EA01-42B1-ABCF-18CE2F86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9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AE2E819F-17B7-4CD9-9F09-978E7D67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100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31B8616F-5999-4BE1-9CD0-8E4679D9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094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101" name="flow-head-4">
            <a:extLst xmlns:a="http://schemas.openxmlformats.org/drawingml/2006/main">
              <a:ext uri="{FF2B5EF4-FFF2-40B4-BE49-F238E27FC236}">
                <a16:creationId xmlns:a16="http://schemas.microsoft.com/office/drawing/2014/main" id="{4B8AA3DE-970A-46AF-B2DA-26740A90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Modelar</a:t>
            </a:r>
          </a:p>
        </p:txBody>
      </p:sp>
      <p:sp>
        <p:nvSpPr>
          <p:cNvPr id="102" name="flow-body-4">
            <a:extLst xmlns:a="http://schemas.openxmlformats.org/drawingml/2006/main">
              <a:ext uri="{FF2B5EF4-FFF2-40B4-BE49-F238E27FC236}">
                <a16:creationId xmlns:a16="http://schemas.microsoft.com/office/drawing/2014/main" id="{30EBA663-961F-48C2-8DEA-85F3EB3E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Vista analítica</a:t>
            </a:r>
          </a:p>
        </p:txBody>
      </p:sp>
      <p:sp>
        <p:nvSpPr>
          <p:cNvPr id="103" name="flow-step-5">
            <a:extLst xmlns:a="http://schemas.openxmlformats.org/drawingml/2006/main">
              <a:ext uri="{FF2B5EF4-FFF2-40B4-BE49-F238E27FC236}">
                <a16:creationId xmlns:a16="http://schemas.microsoft.com/office/drawing/2014/main" id="{2B24BE51-CA7E-4114-86B7-ED7F9E8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04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D0CBB830-39D4-4C8A-B861-BF2B1812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5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06</a:t>
            </a:r>
          </a:p>
        </p:txBody>
      </p:sp>
      <p:sp>
        <p:nvSpPr>
          <p:cNvPr id="105" name="flow-card-rule-5">
            <a:extLst xmlns:a="http://schemas.openxmlformats.org/drawingml/2006/main">
              <a:ext uri="{FF2B5EF4-FFF2-40B4-BE49-F238E27FC236}">
                <a16:creationId xmlns:a16="http://schemas.microsoft.com/office/drawing/2014/main" id="{21770080-581A-4D6B-958C-5AF4B65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796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6" name="flow-head-5">
            <a:extLst xmlns:a="http://schemas.openxmlformats.org/drawingml/2006/main">
              <a:ext uri="{FF2B5EF4-FFF2-40B4-BE49-F238E27FC236}">
                <a16:creationId xmlns:a16="http://schemas.microsoft.com/office/drawing/2014/main" id="{C1219C94-4160-4B42-BEA9-AC890301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Consumir</a:t>
            </a:r>
          </a:p>
        </p:txBody>
      </p:sp>
      <p:sp>
        <p:nvSpPr>
          <p:cNvPr id="107" name="flow-body-5">
            <a:extLst xmlns:a="http://schemas.openxmlformats.org/drawingml/2006/main">
              <a:ext uri="{FF2B5EF4-FFF2-40B4-BE49-F238E27FC236}">
                <a16:creationId xmlns:a16="http://schemas.microsoft.com/office/drawing/2014/main" id="{0EF44562-CF6C-45E4-9931-4AAB319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Decisión</a:t>
            </a:r>
          </a:p>
        </p:txBody>
      </p:sp>
      <p:sp>
        <p:nvSpPr>
          <p:cNvPr id="108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EEC3B8C7-C996-4806-967C-7531DF17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09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87B30633-71F9-43CE-9B0B-09504460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Retención y eliminación completan el ciclo.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6C2C1D4C-01DA-4D4E-893E-E791BD96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56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AE7B04AE-542C-41B8-AD70-5D35D33E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57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465AB18C-8B70-49D1-94C9-0E2688C2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60baf2cb3403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E6D52DD-822F-4491-8E87-17BBACB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0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4A9A052-9C4A-4DF1-9BAF-64226188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1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69C1CD7-2ADE-4A6B-BEFF-5C10E396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9B228E7-216A-4D0F-9879-D53AA849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Cada etapa agrega capacidad y exposición</a:t>
            </a:r>
          </a:p>
        </p:txBody>
      </p:sp>
      <p:sp>
        <p:nvSpPr>
          <p:cNvPr id="63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ADF5540-7301-4710-87EA-17FEFA2E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4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B4EAF8D-2190-408F-B8ED-2C131B8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65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8C6D8A1-B870-4025-9706-81703634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6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C32B4BF-60EB-411C-A5C2-921BCE45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7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56B6561F-1E61-4EEC-8BB1-6CF87D8B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8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278B4109-E460-4110-95F5-DA99D0E7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69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857023B-F871-4AA0-9967-15712ED9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ARQUITECTURA · CONTROL</a:t>
            </a:r>
          </a:p>
        </p:txBody>
      </p:sp>
      <p:sp>
        <p:nvSpPr>
          <p:cNvPr id="70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1C404E16-1655-4127-B762-C8D6871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1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66F74AAE-41AD-4094-A3AD-50D90C7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33528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11430">
            <a:solidFill>
              <a:srgbClr val="4B4B4B"/>
            </a:solidFill>
            <a:prstDash val="solid"/>
          </a:ln>
        </p:spPr>
      </p:sp>
      <p:graphicFrame>
        <p:nvGraphicFramePr>
          <p:cNvPr id="130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11424"/>
                <a:gridCol w="4596384"/>
                <a:gridCol w="4279392"/>
                <a:gridCol w="3962400"/>
              </a:tblGrid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111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Etapa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111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Cambio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111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Riesgo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111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Captura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El evento sale del origen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Pérdida o demora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Conteo y timestamp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Transformación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Se aplican reglas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Cambio de significado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Pruebas y versionado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Consumo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La métrica llega al usuario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Permisos o mala lectura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Acceso y definición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BBEA4EFD-98A3-41EA-83EA-73D54DE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6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5afc224264e2f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BE622117-B17D-466C-9A93-B33DB29B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8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365fa38c74a42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F4662E7A-5924-4CB2-A4B9-AF99B1BD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ECBB60DE-6F72-4F04-A2B1-F37C6834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F412E2B7-DF98-45C6-8C44-74FD851E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81ed8bb37499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2034F65-7EA0-49E5-943A-328D11A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EC4DFA9-079A-493D-BC5C-3673D04A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593394B-4A32-4F04-9435-465168BB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56F169C-CCBE-4E12-8A3A-1353485D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Los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roles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se encuentran alrededor del mismo producto de datos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6FDDDA1-16A2-4C66-93EE-141A1BC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A973B6A-470E-4FE5-A9F6-CBDEB9EA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1CB5FD2-2DB8-4438-B728-A3904414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35DCA44-27DE-4EAA-B860-279BF35D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8FCE039A-FE48-483B-A4FB-1E0A3E5B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9A0000B-EC8A-43BC-8D51-2E5E8543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E32DBFC-FB4F-42C7-8F67-BC793B63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ROLES · COLABORACIÓN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C7BBE56-5C4B-4069-B24E-F6301040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E7CF8F86-D28A-4942-90C7-887150EB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4" name="flow-step-0">
            <a:extLst xmlns:a="http://schemas.openxmlformats.org/drawingml/2006/main">
              <a:ext uri="{FF2B5EF4-FFF2-40B4-BE49-F238E27FC236}">
                <a16:creationId xmlns:a16="http://schemas.microsoft.com/office/drawing/2014/main" id="{EDEA0657-7DEF-42CE-A0A9-D13E4B1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5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A930800A-0288-483D-AC24-81AAB53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6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A813EA81-2C43-4098-84DE-1A6CCCE2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7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0A26F82A-869C-4613-AC0C-F121C66E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Negocio</a:t>
            </a:r>
          </a:p>
        </p:txBody>
      </p:sp>
      <p:sp>
        <p:nvSpPr>
          <p:cNvPr id="7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DCB2FB61-7F9B-4E3B-8F96-A14A2AEB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Define significado</a:t>
            </a:r>
          </a:p>
        </p:txBody>
      </p:sp>
      <p:sp>
        <p:nvSpPr>
          <p:cNvPr id="7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74666178-BA0F-4E9E-850F-18D51812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66B289F7-5881-46CD-AFC1-06721AD5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0C5739B7-112D-4B06-81BF-7350C5C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231834B7-DB77-44D3-8EF7-6CB65981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3" name="flow-head-1">
            <a:extLst xmlns:a="http://schemas.openxmlformats.org/drawingml/2006/main">
              <a:ext uri="{FF2B5EF4-FFF2-40B4-BE49-F238E27FC236}">
                <a16:creationId xmlns:a16="http://schemas.microsoft.com/office/drawing/2014/main" id="{FB91B0AB-E882-48C6-A252-00975031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Data Engineer</a:t>
            </a:r>
          </a:p>
        </p:txBody>
      </p:sp>
      <p:sp>
        <p:nvSpPr>
          <p:cNvPr id="8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5D6C8E4-4BC1-4E81-A1CB-CFB0093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Opera el flujo</a:t>
            </a:r>
          </a:p>
        </p:txBody>
      </p:sp>
      <p:sp>
        <p:nvSpPr>
          <p:cNvPr id="8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8CD36D2-91DE-4516-BF1E-1FD86E1F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6" name="flow-step-2">
            <a:extLst xmlns:a="http://schemas.openxmlformats.org/drawingml/2006/main">
              <a:ext uri="{FF2B5EF4-FFF2-40B4-BE49-F238E27FC236}">
                <a16:creationId xmlns:a16="http://schemas.microsoft.com/office/drawing/2014/main" id="{2FF71CCD-D61D-427A-BB5F-9F1B45F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AB2EF75C-F2C5-43F4-9815-FFD0AD11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8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0A4FBD21-F78B-4C5A-8767-B3557CAF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9" name="flow-head-2">
            <a:extLst xmlns:a="http://schemas.openxmlformats.org/drawingml/2006/main">
              <a:ext uri="{FF2B5EF4-FFF2-40B4-BE49-F238E27FC236}">
                <a16:creationId xmlns:a16="http://schemas.microsoft.com/office/drawing/2014/main" id="{9D28E6D2-FC58-4AA3-B71D-62E2D1E3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Analytics Engineer</a:t>
            </a:r>
          </a:p>
        </p:txBody>
      </p:sp>
      <p:sp>
        <p:nvSpPr>
          <p:cNvPr id="9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56DE2D79-0607-4571-BAE6-D14169E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Modela la lógica</a:t>
            </a:r>
          </a:p>
        </p:txBody>
      </p:sp>
      <p:sp>
        <p:nvSpPr>
          <p:cNvPr id="9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89FC3484-3F76-4373-ADBC-030E0276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92" name="flow-step-3">
            <a:extLst xmlns:a="http://schemas.openxmlformats.org/drawingml/2006/main">
              <a:ext uri="{FF2B5EF4-FFF2-40B4-BE49-F238E27FC236}">
                <a16:creationId xmlns:a16="http://schemas.microsoft.com/office/drawing/2014/main" id="{AE482D23-496F-4082-9B5B-1B4C3CE2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3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29B472F2-9EA8-4F91-8D96-F331425F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4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372F2158-9415-459D-85F4-58BB58F4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95" name="flow-head-3">
            <a:extLst xmlns:a="http://schemas.openxmlformats.org/drawingml/2006/main">
              <a:ext uri="{FF2B5EF4-FFF2-40B4-BE49-F238E27FC236}">
                <a16:creationId xmlns:a16="http://schemas.microsoft.com/office/drawing/2014/main" id="{E2C4888F-78B2-414D-9EEC-21397E60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Data Analyst</a:t>
            </a:r>
          </a:p>
        </p:txBody>
      </p:sp>
      <p:sp>
        <p:nvSpPr>
          <p:cNvPr id="9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4E4383C3-2411-47C6-8B65-9D60BBDD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Interpreta evidencia</a:t>
            </a:r>
          </a:p>
        </p:txBody>
      </p:sp>
      <p:sp>
        <p:nvSpPr>
          <p:cNvPr id="97" name="flow-step-4">
            <a:extLst xmlns:a="http://schemas.openxmlformats.org/drawingml/2006/main">
              <a:ext uri="{FF2B5EF4-FFF2-40B4-BE49-F238E27FC236}">
                <a16:creationId xmlns:a16="http://schemas.microsoft.com/office/drawing/2014/main" id="{54DC5AB8-0648-4F3D-A783-06910F0E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8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EB6E0218-1D54-483D-B44C-ABC2476F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99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E6FE7754-4FBF-482D-B0BC-6B6CA76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0" name="flow-head-4">
            <a:extLst xmlns:a="http://schemas.openxmlformats.org/drawingml/2006/main">
              <a:ext uri="{FF2B5EF4-FFF2-40B4-BE49-F238E27FC236}">
                <a16:creationId xmlns:a16="http://schemas.microsoft.com/office/drawing/2014/main" id="{C667B575-61D2-41FE-98B2-5D24A5FD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Usuario</a:t>
            </a:r>
          </a:p>
        </p:txBody>
      </p:sp>
      <p:sp>
        <p:nvSpPr>
          <p:cNvPr id="101" name="flow-body-4">
            <a:extLst xmlns:a="http://schemas.openxmlformats.org/drawingml/2006/main">
              <a:ext uri="{FF2B5EF4-FFF2-40B4-BE49-F238E27FC236}">
                <a16:creationId xmlns:a16="http://schemas.microsoft.com/office/drawing/2014/main" id="{BA79DEE3-FE7E-40AF-84F1-A4E21E0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Actúa y retroalimenta</a:t>
            </a:r>
          </a:p>
        </p:txBody>
      </p:sp>
      <p:sp>
        <p:nvSpPr>
          <p:cNvPr id="102" name="flow-cycle">
            <a:extLst xmlns:a="http://schemas.openxmlformats.org/drawingml/2006/main">
              <a:ext uri="{FF2B5EF4-FFF2-40B4-BE49-F238E27FC236}">
                <a16:creationId xmlns:a16="http://schemas.microsoft.com/office/drawing/2014/main" id="{9C8CC023-A540-40D6-85E7-A4635EEC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689860" y="6572250"/>
            <a:ext cx="12908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03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D402C646-859A-4310-84F9-EB1737C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04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AC57F52F-3B9E-44F0-847A-DF90A9D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propiedad se asigna por componente y por definición.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18A825EA-D69E-46B5-963B-6B02D64A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7704e8be944f9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1B3D7D83-18EB-421F-9FF9-6CAEA3F7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1849f065a45c1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CBB9AC97-4C5A-48FB-BA6D-2EF7EE5B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78F59B0F-14BD-44E3-AB8E-05C4E208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D0C30D16-129F-4A44-8DC0-D2F15569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799cdf40144c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8765AB79-1AE0-48EB-9C1D-076DBB46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D561193-8091-4D41-B9DE-C7A3AD3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B0BF604-E446-4BA0-8FC5-643FE6E9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47BEA31-3190-4450-8ADC-0DA462E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Data Analyst traduce una tensión 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55D085D4-82D4-4E00-81A6-2E3D2125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4C41BC9-30B2-410C-B705-E90B5DA9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0426A727-92A4-48C3-8AA0-2F66A9F6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5132A6C4-25E7-437B-A3E7-63458402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D14A471-0F42-431B-8567-B107718B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E6C761D-4761-4794-8EB1-C2862756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0EAC8E9-A28C-4271-B024-5F597711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ROL · DATA ANALYST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1D8AC4F4-AB3A-4A1F-B8BC-56C058B2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4F54AB55-F7F2-4ABD-BBD5-F1546FA0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AE60E239-DE90-40E4-BC13-E9F2FD69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5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715F6571-9B30-4238-BC30-E65BF2EF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76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B8C83D1B-CFB6-4763-8A46-25B10C51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Entrada</a:t>
            </a:r>
          </a:p>
        </p:txBody>
      </p:sp>
      <p:sp>
        <p:nvSpPr>
          <p:cNvPr id="77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A1330C40-A899-4470-95BC-CBF70E49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Margen cae en Patagonia</a:t>
            </a:r>
          </a:p>
        </p:txBody>
      </p:sp>
      <p:sp>
        <p:nvSpPr>
          <p:cNvPr id="78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357AF926-A59F-4058-A8A3-298A0DE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9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4372DB00-7370-48C8-869C-42728307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0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5313FA87-5CDC-40D2-8BB9-AB9AB6C0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4013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1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47450B39-EEF2-4F54-B8FD-7698C45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Pregunta</a:t>
            </a:r>
          </a:p>
        </p:txBody>
      </p:sp>
      <p:sp>
        <p:nvSpPr>
          <p:cNvPr id="82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83427A48-E366-478B-B2F8-D8193E29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¿Qué familia explica el cambio?</a:t>
            </a:r>
          </a:p>
        </p:txBody>
      </p:sp>
      <p:sp>
        <p:nvSpPr>
          <p:cNvPr id="83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AA777F04-9868-433C-92F2-68A8E57A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4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4DDA47F1-ECA7-459A-9E23-3FCE59E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5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9C5B225A-6858-4C42-993E-AF337E4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6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322A7384-4B76-40E2-8A47-9B008F0D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Consulta</a:t>
            </a:r>
          </a:p>
        </p:txBody>
      </p:sp>
      <p:sp>
        <p:nvSpPr>
          <p:cNvPr id="87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8D96D128-F61A-4187-9F3F-57D9372D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Ventas y margen por familia</a:t>
            </a:r>
          </a:p>
        </p:txBody>
      </p:sp>
      <p:sp>
        <p:nvSpPr>
          <p:cNvPr id="88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412F15D9-B598-461C-A6C7-B05703F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9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AB0216C3-45D6-472D-B050-BC5D50C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0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97CF0805-6B82-40A7-875E-D946BAEF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82638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91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ABBC8D1D-5836-478A-9E92-4C5237DD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Salida</a:t>
            </a:r>
          </a:p>
        </p:txBody>
      </p:sp>
      <p:sp>
        <p:nvSpPr>
          <p:cNvPr id="92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614F1B88-0FCD-4174-BD4B-B08DF2CE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Hallazgo, límite y recomendación</a:t>
            </a:r>
          </a:p>
        </p:txBody>
      </p:sp>
      <p:sp>
        <p:nvSpPr>
          <p:cNvPr id="93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039EE42C-1ACD-4213-820B-E137A7B9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Su trabajo conserva el vínculo con la decisión.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0A1FA44A-A322-4ED0-807E-D90402DA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77923cf0d48ea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5F5861DF-1403-4344-A9DB-A56386F1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4b39c61b94f1f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79A4E722-ED6B-43F9-A037-8813F9BB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28144225-5B9C-45CF-B7FB-5441A2E0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4C25A0D3-7F58-4EB0-BB1A-EA171A86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e0aa867e1434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6C7DA4E-4DF2-427A-BC33-F685F44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7C1EAE3-723D-4865-8536-B2977DD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285BF45-DB33-4575-AE60-6A107570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188CA0F-E2FD-46A2-B110-AAA9A5FE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Data Engineer mantiene el recorrido reproducible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AB22309C-8EB1-4649-9500-D4B19EDE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47389DA-F7FB-4514-A4D3-79C99CCB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309E81ED-2530-4453-B229-BEA9772C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2C5E1255-9A53-45D4-B38B-FB4702EB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C2879E87-A298-49FB-8B1C-ED9BDBD6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B87B656-1E84-4305-BA3C-373A0391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E2EABD3-3A13-46D1-AD1C-72CD0AFF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ROL · DATA ENGINEER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8F581D4A-D503-4E2D-969F-94717AC6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9E970CFF-660B-4082-ABC2-700A8B53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4" name="flow-step-0">
            <a:extLst xmlns:a="http://schemas.openxmlformats.org/drawingml/2006/main">
              <a:ext uri="{FF2B5EF4-FFF2-40B4-BE49-F238E27FC236}">
                <a16:creationId xmlns:a16="http://schemas.microsoft.com/office/drawing/2014/main" id="{578C333A-88AB-463D-9953-E5838F1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5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A8AC7719-099A-4449-A992-1D527C82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6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3BD928BE-A4BE-4569-AFF2-82AF0852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7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8DF24728-C16F-46F1-9C89-2BE35E4B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Extraer</a:t>
            </a:r>
          </a:p>
        </p:txBody>
      </p:sp>
      <p:sp>
        <p:nvSpPr>
          <p:cNvPr id="7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24102D40-0665-4754-B79E-58AD025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Fuente disponible</a:t>
            </a:r>
          </a:p>
        </p:txBody>
      </p:sp>
      <p:sp>
        <p:nvSpPr>
          <p:cNvPr id="7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759A5D04-8E22-4DFD-A05E-82943218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768959C0-3E05-483A-8C11-A160BAD0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6B05A88E-40B7-4DE9-A123-5A7DD73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5754464B-12BD-448A-A6BE-50C6070A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3" name="flow-head-1">
            <a:extLst xmlns:a="http://schemas.openxmlformats.org/drawingml/2006/main">
              <a:ext uri="{FF2B5EF4-FFF2-40B4-BE49-F238E27FC236}">
                <a16:creationId xmlns:a16="http://schemas.microsoft.com/office/drawing/2014/main" id="{2D930507-126C-4F25-A257-946B77E5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Cargar</a:t>
            </a:r>
          </a:p>
        </p:txBody>
      </p:sp>
      <p:sp>
        <p:nvSpPr>
          <p:cNvPr id="8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8A38F75-D648-4DC6-A087-BF5DF435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Historia conservada</a:t>
            </a:r>
          </a:p>
        </p:txBody>
      </p:sp>
      <p:sp>
        <p:nvSpPr>
          <p:cNvPr id="8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AAA201D-5547-491F-AD8F-05808C25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6" name="flow-step-2">
            <a:extLst xmlns:a="http://schemas.openxmlformats.org/drawingml/2006/main">
              <a:ext uri="{FF2B5EF4-FFF2-40B4-BE49-F238E27FC236}">
                <a16:creationId xmlns:a16="http://schemas.microsoft.com/office/drawing/2014/main" id="{BFD54268-B78D-44DB-A3E8-E43D7742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5DED8336-396F-4949-84D0-3874F28A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8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1EDED685-BB2B-414E-9692-7789AB83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9" name="flow-head-2">
            <a:extLst xmlns:a="http://schemas.openxmlformats.org/drawingml/2006/main">
              <a:ext uri="{FF2B5EF4-FFF2-40B4-BE49-F238E27FC236}">
                <a16:creationId xmlns:a16="http://schemas.microsoft.com/office/drawing/2014/main" id="{AFB5792A-B48F-4362-A7E5-D44F992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Transformar</a:t>
            </a:r>
          </a:p>
        </p:txBody>
      </p:sp>
      <p:sp>
        <p:nvSpPr>
          <p:cNvPr id="9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8064B7D-8F5F-4152-BD87-AA4CF5FF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Reglas ejecutables</a:t>
            </a:r>
          </a:p>
        </p:txBody>
      </p:sp>
      <p:sp>
        <p:nvSpPr>
          <p:cNvPr id="9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C463A3C-9F11-48BC-8C4D-B22CF63C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92" name="flow-step-3">
            <a:extLst xmlns:a="http://schemas.openxmlformats.org/drawingml/2006/main">
              <a:ext uri="{FF2B5EF4-FFF2-40B4-BE49-F238E27FC236}">
                <a16:creationId xmlns:a16="http://schemas.microsoft.com/office/drawing/2014/main" id="{8172BCF1-0A37-4A06-9A77-C41DE657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3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3DAADE46-6805-4BEF-8534-F3F70CAB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4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0D2F167C-5812-44AA-A090-EC1C94AB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95" name="flow-head-3">
            <a:extLst xmlns:a="http://schemas.openxmlformats.org/drawingml/2006/main">
              <a:ext uri="{FF2B5EF4-FFF2-40B4-BE49-F238E27FC236}">
                <a16:creationId xmlns:a16="http://schemas.microsoft.com/office/drawing/2014/main" id="{C035003B-2C78-4595-8589-3F5E4CB4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Probar</a:t>
            </a:r>
          </a:p>
        </p:txBody>
      </p:sp>
      <p:sp>
        <p:nvSpPr>
          <p:cNvPr id="9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30A8492-F9B7-457C-BB22-2FEFF335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Controles automáticos</a:t>
            </a:r>
          </a:p>
        </p:txBody>
      </p:sp>
      <p:sp>
        <p:nvSpPr>
          <p:cNvPr id="97" name="flow-step-4">
            <a:extLst xmlns:a="http://schemas.openxmlformats.org/drawingml/2006/main">
              <a:ext uri="{FF2B5EF4-FFF2-40B4-BE49-F238E27FC236}">
                <a16:creationId xmlns:a16="http://schemas.microsoft.com/office/drawing/2014/main" id="{A2B00A49-07A2-4C97-9B95-76C4E97C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8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054028ED-B387-449F-BA6A-428F8647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99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2D90E0A6-4A88-4D38-9A59-A3B69667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0" name="flow-head-4">
            <a:extLst xmlns:a="http://schemas.openxmlformats.org/drawingml/2006/main">
              <a:ext uri="{FF2B5EF4-FFF2-40B4-BE49-F238E27FC236}">
                <a16:creationId xmlns:a16="http://schemas.microsoft.com/office/drawing/2014/main" id="{E0F60253-160E-41A5-B32A-4A508DF7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Monitorear</a:t>
            </a:r>
          </a:p>
        </p:txBody>
      </p:sp>
      <p:sp>
        <p:nvSpPr>
          <p:cNvPr id="101" name="flow-body-4">
            <a:extLst xmlns:a="http://schemas.openxmlformats.org/drawingml/2006/main">
              <a:ext uri="{FF2B5EF4-FFF2-40B4-BE49-F238E27FC236}">
                <a16:creationId xmlns:a16="http://schemas.microsoft.com/office/drawing/2014/main" id="{0C8AA08B-7F06-4E1F-9F9A-B839907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Fallas visibles</a:t>
            </a:r>
          </a:p>
        </p:txBody>
      </p:sp>
      <p:sp>
        <p:nvSpPr>
          <p:cNvPr id="102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8BDEE543-EF16-4BD2-A559-8990CC29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03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1A73A259-465D-4CEB-83F1-5ED82744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confiabilidad incluye datos, ejecución y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00C792AB-1ABD-4214-9804-7C193CEE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d646f356247d0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6B5DBE2C-354B-4082-87E4-C201C6D0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cd29d65ff41a0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B67D0B64-7B3B-4861-9F44-4F0D818F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103281D4-62C1-4B80-AE73-43976409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7060BC69-0484-4CA0-866C-55064F99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d2e5d03a34ee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CA55A16-200C-451F-BF56-1EB31397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7D72152E-F07A-425C-B37D-C7A7CC8B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24E39C8C-412F-4A5A-BF90-718C811B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DEEAC38-CC32-4D70-AD65-2B5427DB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Analytics Engineer centraliza lógica compartida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4618F82-B193-467B-8AD8-443662FC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EB10FAC-DF23-44DC-88C4-8B8D07F9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800BAC3-8110-44A5-B3EB-01C915B4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4F5257C-2DDE-412D-87FE-012316C5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E78C031-A831-4A81-B2FF-C05AAD65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C82EEA49-4936-4982-9773-FD655E5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1CF725D-411A-4783-9533-0E9CD66B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ROL · ANALYTICS ENGINEER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BB66739-1E81-4B48-B448-2740468E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5E4B7EB6-2476-4152-87A7-A291B3BA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9D7E99E2-8B94-4747-9C9F-F1A3B67F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5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65E3D76D-90AA-462B-A75C-D1E0B589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76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54E41D8C-7985-41F7-98ED-4EC8B547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Fuente integrada</a:t>
            </a:r>
          </a:p>
        </p:txBody>
      </p:sp>
      <p:sp>
        <p:nvSpPr>
          <p:cNvPr id="77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C406D179-B552-43FF-A96F-C738715B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Pedidos + líneas + productos</a:t>
            </a:r>
          </a:p>
        </p:txBody>
      </p:sp>
      <p:sp>
        <p:nvSpPr>
          <p:cNvPr id="78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971B1840-F1C8-45DD-A551-7355EC22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9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C16A3A1B-F907-4251-B286-70955749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0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5F07CD72-D506-404E-AFC1-619EA64C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4013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1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8B39500D-53F0-4497-8469-D5438119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Modelo</a:t>
            </a:r>
          </a:p>
        </p:txBody>
      </p:sp>
      <p:sp>
        <p:nvSpPr>
          <p:cNvPr id="82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DBCA636C-2F25-4426-B29C-418F6030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vw_ventas</a:t>
            </a:r>
          </a:p>
        </p:txBody>
      </p:sp>
      <p:sp>
        <p:nvSpPr>
          <p:cNvPr id="83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3B02AADA-CB13-4D58-A30F-9819F254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4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B6DE8977-C51E-4470-9DCA-AEAFFBD8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5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0083F6F6-86CD-4395-93E1-3726C7B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6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EAF39E94-14FD-4749-919A-485D63D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Pruebas</a:t>
            </a:r>
          </a:p>
        </p:txBody>
      </p:sp>
      <p:sp>
        <p:nvSpPr>
          <p:cNvPr id="87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CD38A9D6-4815-4FA6-BBE5-51054C47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claves, nulos y relaciones</a:t>
            </a:r>
          </a:p>
        </p:txBody>
      </p:sp>
      <p:sp>
        <p:nvSpPr>
          <p:cNvPr id="88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54C4F85B-C29A-498A-853A-75F45517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9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79460B55-8522-425C-B6AD-EC08ED0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0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EB7F6DCE-E13A-492C-9B91-CB6680F5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82638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91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993FAFD7-FF28-470B-9561-27ACFA41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Definición</a:t>
            </a:r>
          </a:p>
        </p:txBody>
      </p:sp>
      <p:sp>
        <p:nvSpPr>
          <p:cNvPr id="92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6650041E-6310-41EE-B712-2E7AB931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venta neta y margen</a:t>
            </a:r>
          </a:p>
        </p:txBody>
      </p:sp>
      <p:sp>
        <p:nvSpPr>
          <p:cNvPr id="93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5F4CE121-A6D5-4834-BCC9-48740A94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modelo evita que cada análisis reconstruya reglas distintas.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F9248F-9376-4788-ADAD-0D780A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9B5A1B1-7A28-495A-A632-03F6F6C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E60621AD-D025-43C4-9806-5D6C20C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897EC55-B0A7-4D70-8CB3-ADCCF0F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7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DE7FF774-1FDD-4532-86C5-F7A1FB73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58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F4CA08BB-CA80-44BD-A200-8FF4FC9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59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9E38EB04-1D43-4988-8090-2D2A7520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0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38F856D2-8D17-4CF0-A1D3-8C24E31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36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c8d1401c9418b"/>
          <a:srcRect xmlns:a="http://schemas.openxmlformats.org/drawingml/2006/main" l="0" t="17683" r="0" b="17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31b8d7fdd46f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3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6429DF2-3EE8-4348-B008-C372F00B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4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E46520C8-31F7-4E6D-B79C-3605B871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5" name="visual-year">
            <a:extLst xmlns:a="http://schemas.openxmlformats.org/drawingml/2006/main">
              <a:ext uri="{FF2B5EF4-FFF2-40B4-BE49-F238E27FC236}">
                <a16:creationId xmlns:a16="http://schemas.microsoft.com/office/drawing/2014/main" id="{06A0A933-D028-4A03-AC8D-8425A592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0B3345B-A463-49C2-ACDD-A46790D1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Operar y analizar exigen diseños con prioridades distintas</a:t>
            </a:r>
          </a:p>
        </p:txBody>
      </p:sp>
      <p:sp>
        <p:nvSpPr>
          <p:cNvPr id="67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A7BA9B75-1121-40CA-9125-B242E9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8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A14FBE13-DBD5-4093-A9EA-CF5D1DD4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69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33B8596-017A-466D-9890-817CF487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0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D6FDCCA6-9BB0-4AB6-A6E4-B7B85BDE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1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8EA8735A-B508-4A3C-88C3-39645C52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2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C5729CFE-5DBD-4CE7-9F85-16989677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3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BDB8581-011B-4DBF-88BA-A9F5C701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SISTEMAS · PROPÓSITO</a:t>
            </a:r>
          </a:p>
        </p:txBody>
      </p:sp>
      <p:sp>
        <p:nvSpPr>
          <p:cNvPr id="74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D65C7801-1171-4603-AA31-FD89D7F5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5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1F5EE85A-1116-4C56-A6D3-310C8856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76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0D7048D0-735F-49DD-8EC2-8A2667B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77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1B01B57F-F2B4-46C4-A722-9F52B7E2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escribir</a:t>
            </a:r>
          </a:p>
        </p:txBody>
      </p:sp>
      <p:sp>
        <p:nvSpPr>
          <p:cNvPr id="78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E708BFC5-B39F-4B94-91D6-EFC21D2D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Operacional</a:t>
            </a:r>
          </a:p>
        </p:txBody>
      </p:sp>
      <p:sp>
        <p:nvSpPr>
          <p:cNvPr id="79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9FE2DEB8-B4B1-4FA4-B32A-A0E5502E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80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58375D92-5293-4562-B32F-9C645FF7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Transacciones actuales, integridad y baja latencia.</a:t>
            </a:r>
          </a:p>
        </p:txBody>
      </p:sp>
      <p:sp>
        <p:nvSpPr>
          <p:cNvPr id="81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0E995FC4-2AF9-4BDD-A3B3-7621795C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7211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comparar</a:t>
            </a:r>
          </a:p>
        </p:txBody>
      </p:sp>
      <p:sp>
        <p:nvSpPr>
          <p:cNvPr id="82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45D88C88-C13F-4E1E-9B1D-00FAC489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Analítico</a:t>
            </a:r>
          </a:p>
        </p:txBody>
      </p:sp>
      <p:sp>
        <p:nvSpPr>
          <p:cNvPr id="83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69C72C8C-B626-4F2D-8466-41D941FF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84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80945CCC-6207-4C2D-96FB-ADE94D4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Historia integrada, lectura intensiva y agregación.</a:t>
            </a:r>
          </a:p>
        </p:txBody>
      </p:sp>
      <p:sp>
        <p:nvSpPr>
          <p:cNvPr id="85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19F38646-9BEB-4232-A728-895562AA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86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DF5A1065-AD17-47C5-B0EB-5223620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mismo negocio utiliza estructuras diferentes según la carga.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074706B0-A9A4-4CE9-8B74-264A62F9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6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62071465545e3"/>
          <a:srcRect xmlns:a="http://schemas.openxmlformats.org/drawingml/2006/main" l="0" t="7737" r="0" b="7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94C574D0-AB52-4541-A6E2-34F5AA07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8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e0cb7ace845e6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4F0EA618-93EF-4A5F-B7E5-52ABF3EE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1418C0F1-B07D-4F0A-890F-F10D9756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0EA3D9F9-F294-4653-A2BF-CD97D480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d825ef833492b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CCE152C-5E06-490C-B3D8-E11C390F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948F1876-146A-46DC-BCF3-59A4659E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89D875E-E8DB-45E5-9CAE-9357C001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C452478-F1FA-4B50-925E-0322E7DD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forma de almacenamiento sigue el uso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1172A561-31C3-40B1-8550-7063DE48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745ECB1-7A75-4B93-836C-EDCFB919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A249EBEB-07C2-4F65-8AD6-AFD4520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43D228E7-6C90-4F3D-8F9F-FE48441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4E6003F7-5007-4AC9-B554-0688A3BC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FE511C7-70CF-4FA4-BEE0-C314364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CEED2D84-30B3-4CB5-9948-5E893DF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ALMACENAMIENTO · OPCIONES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A02F196-6CF3-493F-95DA-09BE47E5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A21E953A-D966-4044-8F6E-21B7E337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1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3962400"/>
                <a:gridCol w="4913376"/>
                <a:gridCol w="3803904"/>
              </a:tblGrid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Opción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Favorece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Trade-off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Archivo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Intercambio y snapshot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Control manual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CSV versionado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Base operacional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Transacciones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Consulta histórica limitada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Sistema de pedidos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Warehouse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Historia estructurada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Modelado previo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Métricas comerciales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Lake / lakehouse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Escala y variedad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Gobierno y complejidad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Datos crudos + tablas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5CA34F5-4DBC-4F95-82BA-CD36497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4AB0F1E-2565-420A-9D37-747BEC60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AFD192D-FA6D-43E2-BE58-D783E96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5422DC-EF62-410D-8B5D-B064BF3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F2F301-87AC-411C-8834-188D891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331BBC-5581-48F2-9421-BCEEE0C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FB136C3-F667-4D85-9BCE-E2A5946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7E7AD1-74E9-4925-AE0A-E2F6D53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975F3A3-20E8-42E8-B898-B9A43C2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44596" h="795761">
                <a:moveTo>
                  <a:pt x="120733" y="0"/>
                </a:moveTo>
                <a:lnTo>
                  <a:pt x="723863" y="0"/>
                </a:lnTo>
                <a:cubicBezTo>
                  <a:pt x="790542" y="0"/>
                  <a:pt x="844596" y="54054"/>
                  <a:pt x="844596" y="120733"/>
                </a:cubicBezTo>
                <a:lnTo>
                  <a:pt x="844596" y="675028"/>
                </a:lnTo>
                <a:cubicBezTo>
                  <a:pt x="844596" y="707049"/>
                  <a:pt x="831876" y="737758"/>
                  <a:pt x="809234" y="760399"/>
                </a:cubicBezTo>
                <a:cubicBezTo>
                  <a:pt x="786592" y="783041"/>
                  <a:pt x="755884" y="795761"/>
                  <a:pt x="723863" y="795761"/>
                </a:cubicBezTo>
                <a:lnTo>
                  <a:pt x="120733" y="795761"/>
                </a:lnTo>
                <a:cubicBezTo>
                  <a:pt x="88712" y="795761"/>
                  <a:pt x="58004" y="783041"/>
                  <a:pt x="35362" y="760399"/>
                </a:cubicBezTo>
                <a:cubicBezTo>
                  <a:pt x="12720" y="737758"/>
                  <a:pt x="0" y="707049"/>
                  <a:pt x="0" y="675028"/>
                </a:cubicBezTo>
                <a:lnTo>
                  <a:pt x="0" y="120733"/>
                </a:lnTo>
                <a:cubicBezTo>
                  <a:pt x="0" y="88712"/>
                  <a:pt x="12720" y="58004"/>
                  <a:pt x="35362" y="35362"/>
                </a:cubicBezTo>
                <a:cubicBezTo>
                  <a:pt x="58004" y="12720"/>
                  <a:pt x="88712" y="0"/>
                  <a:pt x="12073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97B226-79C3-44C4-A621-B4A9D2F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355FE4C-4790-45BF-9D9F-40FA4FA6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41945" h="808283">
                <a:moveTo>
                  <a:pt x="158846" y="0"/>
                </a:moveTo>
                <a:lnTo>
                  <a:pt x="483098" y="0"/>
                </a:lnTo>
                <a:cubicBezTo>
                  <a:pt x="570827" y="0"/>
                  <a:pt x="641945" y="71118"/>
                  <a:pt x="641945" y="158846"/>
                </a:cubicBezTo>
                <a:lnTo>
                  <a:pt x="641945" y="649437"/>
                </a:lnTo>
                <a:cubicBezTo>
                  <a:pt x="641945" y="691565"/>
                  <a:pt x="625209" y="731968"/>
                  <a:pt x="595420" y="761758"/>
                </a:cubicBezTo>
                <a:cubicBezTo>
                  <a:pt x="565630" y="791547"/>
                  <a:pt x="525227" y="808283"/>
                  <a:pt x="483098" y="808283"/>
                </a:cubicBezTo>
                <a:lnTo>
                  <a:pt x="158846" y="808283"/>
                </a:lnTo>
                <a:cubicBezTo>
                  <a:pt x="71118" y="808283"/>
                  <a:pt x="0" y="737165"/>
                  <a:pt x="0" y="649437"/>
                </a:cubicBezTo>
                <a:lnTo>
                  <a:pt x="0" y="158846"/>
                </a:lnTo>
                <a:cubicBezTo>
                  <a:pt x="0" y="116717"/>
                  <a:pt x="16736" y="76314"/>
                  <a:pt x="46525" y="46525"/>
                </a:cubicBezTo>
                <a:cubicBezTo>
                  <a:pt x="76314" y="16736"/>
                  <a:pt x="116717" y="0"/>
                  <a:pt x="1588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D36B6EB-24D9-4538-8DD1-BF086BB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587079-3B56-4EE5-B5E0-37FC9E8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91F065C-5747-499F-A9AE-D87EF1A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2BD61B6-36E2-4D26-9490-B2886A4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BACF5B-CE61-4E6E-9E12-B3DB68C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9A89D72-A050-4FA1-B176-EB9B884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7563615-4656-4A13-A7F8-7D6F974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2C19130-9608-43E0-8A2E-F4092E6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3C28233-1725-44E6-B5D7-329E69F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55428" h="714183">
                <a:moveTo>
                  <a:pt x="0" y="0"/>
                </a:moveTo>
                <a:lnTo>
                  <a:pt x="955428" y="0"/>
                </a:lnTo>
                <a:lnTo>
                  <a:pt x="955428" y="714183"/>
                </a:lnTo>
                <a:lnTo>
                  <a:pt x="0" y="7141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FF148B4-8F7B-4477-BACE-0EADA2C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85221" h="816616">
                <a:moveTo>
                  <a:pt x="0" y="0"/>
                </a:moveTo>
                <a:lnTo>
                  <a:pt x="885221" y="0"/>
                </a:lnTo>
                <a:lnTo>
                  <a:pt x="885221" y="816617"/>
                </a:lnTo>
                <a:lnTo>
                  <a:pt x="0" y="816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89EAB80-2129-4CA0-AF83-827CDFF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9D4D8900-E18C-4ADE-A944-48B149A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AAECBF9-3013-4570-B093-A066D5F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3912" h="772604">
                <a:moveTo>
                  <a:pt x="0" y="0"/>
                </a:moveTo>
                <a:lnTo>
                  <a:pt x="763912" y="0"/>
                </a:lnTo>
                <a:lnTo>
                  <a:pt x="763912" y="772604"/>
                </a:lnTo>
                <a:lnTo>
                  <a:pt x="0" y="7726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A08805D-932F-4647-B6D8-09FFBA0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8668" h="724470">
                <a:moveTo>
                  <a:pt x="0" y="0"/>
                </a:moveTo>
                <a:lnTo>
                  <a:pt x="768668" y="0"/>
                </a:lnTo>
                <a:lnTo>
                  <a:pt x="768668" y="724470"/>
                </a:lnTo>
                <a:lnTo>
                  <a:pt x="0" y="7244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0A81109E-2AFE-4860-827B-63CAE0B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23802" h="823673">
                <a:moveTo>
                  <a:pt x="0" y="0"/>
                </a:moveTo>
                <a:lnTo>
                  <a:pt x="723802" y="0"/>
                </a:lnTo>
                <a:lnTo>
                  <a:pt x="723802" y="823673"/>
                </a:lnTo>
                <a:lnTo>
                  <a:pt x="0" y="8236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BE351C9-C9CC-4817-B011-17E4E3C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  <a:defRPr>
                <a:solidFill>
                  <a:srgbClr val="FFFF33"/>
                </a:solidFill>
              </a:defRPr>
            </a:pPr>
            <a:r>
              <a:rPr sz="43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B5F0A71-346D-42E8-BBA6-5936B4B6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BA30B48-2377-412E-9BB6-C6E5479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A5649AF-9B41-4038-8713-71A9458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DF62990D-6B5A-43AB-B034-5C40FD3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F80110-0A51-4AD7-A975-50AE7CE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32B85D2-1392-4CE5-B88B-3DCF851A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D7EDECD-8E58-4C11-8F9C-C78DD6B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F27DD5D-8663-4B48-A3CE-7DB580B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A22412A-A7CA-4AE5-BCB2-383D3C2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65311EE-4C12-4337-B1D8-33699F7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744AD71-D274-46CC-968C-D88A2351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359B128-FC21-45FE-8BBA-5362ABE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87995F44-8E0D-46EA-AD8B-B675712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17ABC8A-7ACE-41E4-9DD2-DF8E835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038733CB-BF01-489F-98D1-3187B31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D5876EF-C5CF-42AF-8D75-1114D9D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B8DAE403-0B56-4549-A38F-19114A83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215BA60-70AB-41C5-970B-97A5BE9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D65A21E-AAA6-43AB-B0EB-A5F764E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62" name="Imagen 108">
            <a:extLst xmlns:a="http://schemas.openxmlformats.org/drawingml/2006/main">
              <a:ext uri="{FF2B5EF4-FFF2-40B4-BE49-F238E27FC236}">
                <a16:creationId xmlns:a16="http://schemas.microsoft.com/office/drawing/2014/main" id="{F02CC89F-94E4-46FD-8510-1413CBBF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9" name="Imagen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b4daee4b94af0"/>
          <a:srcRect xmlns:a="http://schemas.openxmlformats.org/drawingml/2006/main" l="17708" t="0" r="1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9455"/>
            </a:avLst>
          </a:prstGeom>
        </p:spPr>
      </p:pic>
      <p:sp>
        <p:nvSpPr>
          <p:cNvPr id="63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74C7FCAC-E1D7-4314-B1A0-80854B06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64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1C570D6C-D43D-4732-9E4F-7BA91596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65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7BF1C05D-B8B0-4448-9DB5-1F1403BD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e46f16fe14e0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DB22C0A-0BF2-445D-9291-6B571422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5559C7EB-D1BB-48F7-83D2-3E97F605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88C33B5-80E6-48A0-A457-9325A521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7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0D94A48-4C2D-4A34-9D9F-B2845F77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Cloud permite asignar capacidad a cada carga</a:t>
            </a:r>
          </a:p>
        </p:txBody>
      </p:sp>
      <p:sp>
        <p:nvSpPr>
          <p:cNvPr id="7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74A8F345-A4DA-48AF-AF26-BC5A329D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E1E163A-7288-471C-9020-12FB8B45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7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F60976B-D4E6-4912-90F4-AEC15AD5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780818B-8D56-473D-AA04-201A11CF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0FDE281B-265A-40D7-A14D-B9BC88B6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ABC4F00-A32D-42A6-B256-1942FA7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3B609A5-1426-4977-9C36-27E80824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CLOUD · CÓMPUTO Y ALMACENAMIENTO</a:t>
            </a:r>
          </a:p>
        </p:txBody>
      </p:sp>
      <p:sp>
        <p:nvSpPr>
          <p:cNvPr id="7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A93BFD4-E053-4D14-B919-0D19E20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9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9BE08F30-A8F1-46F9-BA48-35616D21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80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E750141B-DF98-4CFB-85B2-39F203D2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81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E01E1DE7-B098-481E-B954-17DC0BB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82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B102D98C-2A74-418A-A900-2F7C6CF5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Almacenamiento</a:t>
            </a:r>
          </a:p>
        </p:txBody>
      </p:sp>
      <p:sp>
        <p:nvSpPr>
          <p:cNvPr id="83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551E5EFA-F2BF-461E-BBEF-85B620A2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Conservar objetos y tablas</a:t>
            </a:r>
          </a:p>
        </p:txBody>
      </p:sp>
      <p:sp>
        <p:nvSpPr>
          <p:cNvPr id="84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D235B3A5-1826-4E08-8985-BA6369B8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85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2A9D52B2-5BE6-44AA-8979-0D118EBC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6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9A0946ED-DF72-4554-93B3-64BF22F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4013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87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ACAA9F9E-E487-462E-AB1E-7796C580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Cómputo</a:t>
            </a:r>
          </a:p>
        </p:txBody>
      </p:sp>
      <p:sp>
        <p:nvSpPr>
          <p:cNvPr id="88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A611F178-F72D-429E-A51C-6D036A4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Ejecutar consultas y transformaciones</a:t>
            </a:r>
          </a:p>
        </p:txBody>
      </p:sp>
      <p:sp>
        <p:nvSpPr>
          <p:cNvPr id="89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4733751F-5CEE-43BC-8FF5-12680D36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90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FE7C79E2-5E0F-49FE-A880-861CF8B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91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DCDC51B3-C982-4752-B19D-B47EBC0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92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BC4D094C-539B-425A-BB1E-2D11AFDC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Servicio administrado</a:t>
            </a:r>
          </a:p>
        </p:txBody>
      </p:sp>
      <p:sp>
        <p:nvSpPr>
          <p:cNvPr id="93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F6DA3A4C-68E8-46EE-8D7E-3B77BEB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Delegar operación de una capa</a:t>
            </a:r>
          </a:p>
        </p:txBody>
      </p:sp>
      <p:sp>
        <p:nvSpPr>
          <p:cNvPr id="94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27555132-1BB9-4C66-9DD7-D1D107B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95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FEA77B55-364D-4231-A8CB-C84A49CF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6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D009F63E-C96F-4EC9-9855-B7B6064B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82638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97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DC375488-B909-4433-967D-654DDB12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Costo</a:t>
            </a:r>
          </a:p>
        </p:txBody>
      </p:sp>
      <p:sp>
        <p:nvSpPr>
          <p:cNvPr id="98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ADDF1F92-1203-409A-B873-A6C9D308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Consumo, transferencia y permanencia</a:t>
            </a:r>
          </a:p>
        </p:txBody>
      </p:sp>
      <p:sp>
        <p:nvSpPr>
          <p:cNvPr id="99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1B67AD31-F316-4AED-ABD8-7FBB67F3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La responsabilidad sigue repartida entre proveedor y usuario.</a:t>
            </a:r>
          </a:p>
        </p:txBody>
      </p:sp>
    </p:spTree>
    <p:extLst>
      <p:ext uri="{BB962C8B-B14F-4D97-AF65-F5344CB8AC3E}">
        <p14:creationId xmlns:p14="http://schemas.microsoft.com/office/powerpoint/2010/main" val="958216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98A16D25-F329-41F6-988E-5839EA2E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6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9f4fce152435d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C0D62A8D-C575-4C99-9C68-2D6884F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8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a270d3af74ab3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3D10F448-6EE6-4041-84FE-4109A0B9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84AADA5D-AB5E-4D3D-B6B6-4627D9A4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5B7800A8-7A8F-40FB-8B47-6BD5CE7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c8956be7345ee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C73EADB-3F97-4842-A35B-9F9E05CD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539D43A4-D397-481F-B084-FC870311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A37C65AA-AF7E-4670-95A3-781AA7D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D3C50B4-CAFE-48AD-AA52-A87CD05C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Big Data describe requisitos que cambian por escala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0C363406-0741-4271-8EF9-63856B3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C23B987-4BAD-4E01-B66E-52BF2ADB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3583461B-703C-4BDC-B9CD-068F5AB4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E84D902E-4387-4AED-BA00-1817B61E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794B5F56-12BD-4C94-B94C-4FDA0448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BD9EFEC4-55C6-4670-B8A4-EA56B38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DFE6C1C-BE62-4528-A5FB-A6DD6E0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ESCALA · DIAGNÓSTICO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C3896B1-E934-4B65-B141-F1C80D01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D47B0C59-BDC0-4FCA-AB22-7D325F9C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1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7132320"/>
                <a:gridCol w="5547360"/>
              </a:tblGrid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Dimensión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 de diseño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Consecuencia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Volumen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¿Cuánto crece?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Particionado y costo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Velocidad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demora tolera la decisión?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Batch o flujo continuo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Variedad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formatos conviven?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Esquema y metadatos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Veracidad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error admite el uso?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Pruebas y observabilidad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8B2CA31B-629C-4257-8492-261833C0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56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745EF575-61FA-4268-95CE-3F137E44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57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825B07B0-3A60-4830-9A82-3B1C20ED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58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20475B1E-ED6E-456B-A548-DB74566D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30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03fc32e70468e"/>
          <a:srcRect xmlns:a="http://schemas.openxmlformats.org/drawingml/2006/main" l="0" t="17683" r="0" b="17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c0f4aa6a64645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1989CC4-5129-4C82-8146-C1BD7E5D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C5C380D-EDE6-4831-BCC3-BF16894C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79087CB1-4332-4CF8-9E6D-409D671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9F4B4E7-12AB-452A-86FA-8513124C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Cada elección de arquitectura declara un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trade-off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42972FC-D183-4DB8-9C5A-49417B77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E852B68-DAAA-4A7C-8991-929F65BB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DF397FE4-7C67-42EB-86F2-5D64059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51136D73-C89F-4F02-8C5C-97D1D960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A6F9A4EE-5E8E-4AAD-B269-E5BB5423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6B937C6-3E76-4306-9CDD-1F7A3A95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C48A6ECF-6BBB-44D2-B77B-A4385FE6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ARQUITECTURA · DECISIÓN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77897F0-57B8-41CD-9409-4EEF71EA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CCA54CC4-BA3B-4237-B7B7-7F3C7015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7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450C7ED8-7B43-41A5-814E-23545E9A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75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45ECE820-4D68-462B-8835-9E90688F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+</a:t>
            </a:r>
          </a:p>
        </p:txBody>
      </p:sp>
      <p:sp>
        <p:nvSpPr>
          <p:cNvPr id="76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EC6E1B45-B6A1-4505-A612-B8FC5CE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Beneficio</a:t>
            </a:r>
          </a:p>
        </p:txBody>
      </p:sp>
      <p:sp>
        <p:nvSpPr>
          <p:cNvPr id="77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21256B08-2B7D-472D-8B57-51649BC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78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B470F234-09CF-49AD-AC83-8A4AE1EC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Menor latencia, mayor control o menor operación.</a:t>
            </a:r>
          </a:p>
        </p:txBody>
      </p:sp>
      <p:sp>
        <p:nvSpPr>
          <p:cNvPr id="79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D16D109A-86ED-4D05-964C-3BC972AB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−</a:t>
            </a:r>
          </a:p>
        </p:txBody>
      </p:sp>
      <p:sp>
        <p:nvSpPr>
          <p:cNvPr id="80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5549240F-745E-4FB4-AAF6-300FD860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Costo</a:t>
            </a:r>
          </a:p>
        </p:txBody>
      </p:sp>
      <p:sp>
        <p:nvSpPr>
          <p:cNvPr id="81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0BBA5DB6-EE45-412F-8A5B-C45A43CE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82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681162CC-35EB-4978-976E-1DDE8E95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Dinero, mantenimiento, dependencia o complejidad.</a:t>
            </a:r>
          </a:p>
        </p:txBody>
      </p:sp>
      <p:sp>
        <p:nvSpPr>
          <p:cNvPr id="83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E0E3FDBF-A484-4850-8EE9-50567EB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84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76941016-27B7-467D-815B-F22B622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condición de revisión indica cuándo la decisión debe cambiar.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BBEA4EFD-98A3-41EA-83EA-73D54DE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6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e70483947461b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BE622117-B17D-466C-9A93-B33DB29B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8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fc2bf57834d01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F4662E7A-5924-4CB2-A4B9-AF99B1BD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ECBB60DE-6F72-4F04-A2B1-F37C6834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F412E2B7-DF98-45C6-8C44-74FD851E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642e489e64965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2034F65-7EA0-49E5-943A-328D11A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EC4DFA9-079A-493D-BC5C-3673D04A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593394B-4A32-4F04-9435-465168BB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56F169C-CCBE-4E12-8A3A-1353485D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caso de archivos recurrentes requiere una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arquitectura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proporcional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6FDDDA1-16A2-4C66-93EE-141A1BC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A973B6A-470E-4FE5-A9F6-CBDEB9EA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1CB5FD2-2DB8-4438-B728-A3904414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35DCA44-27DE-4EAA-B860-279BF35D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8FCE039A-FE48-483B-A4FB-1E0A3E5B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9A0000B-EC8A-43BC-8D51-2E5E8543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E32DBFC-FB4F-42C7-8F67-BC793B63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CASO LABORAL · ARQUITECTURA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C7BBE56-5C4B-4069-B24E-F6301040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E7CF8F86-D28A-4942-90C7-887150EB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4" name="flow-step-0">
            <a:extLst xmlns:a="http://schemas.openxmlformats.org/drawingml/2006/main">
              <a:ext uri="{FF2B5EF4-FFF2-40B4-BE49-F238E27FC236}">
                <a16:creationId xmlns:a16="http://schemas.microsoft.com/office/drawing/2014/main" id="{EDEA0657-7DEF-42CE-A0A9-D13E4B1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5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A930800A-0288-483D-AC24-81AAB53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6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A813EA81-2C43-4098-84DE-1A6CCCE2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7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0A26F82A-869C-4613-AC0C-F121C66E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Entrada</a:t>
            </a:r>
          </a:p>
        </p:txBody>
      </p:sp>
      <p:sp>
        <p:nvSpPr>
          <p:cNvPr id="7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DCB2FB61-7F9B-4E3B-8F96-A14A2AEB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correo o carpeta</a:t>
            </a:r>
          </a:p>
        </p:txBody>
      </p:sp>
      <p:sp>
        <p:nvSpPr>
          <p:cNvPr id="7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74666178-BA0F-4E9E-850F-18D51812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66B289F7-5881-46CD-AFC1-06721AD5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0C5739B7-112D-4B06-81BF-7350C5C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231834B7-DB77-44D3-8EF7-6CB65981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3" name="flow-head-1">
            <a:extLst xmlns:a="http://schemas.openxmlformats.org/drawingml/2006/main">
              <a:ext uri="{FF2B5EF4-FFF2-40B4-BE49-F238E27FC236}">
                <a16:creationId xmlns:a16="http://schemas.microsoft.com/office/drawing/2014/main" id="{FB91B0AB-E882-48C6-A252-00975031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Raw</a:t>
            </a:r>
          </a:p>
        </p:txBody>
      </p:sp>
      <p:sp>
        <p:nvSpPr>
          <p:cNvPr id="8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5D6C8E4-4BC1-4E81-A1CB-CFB0093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archivo y recepción</a:t>
            </a:r>
          </a:p>
        </p:txBody>
      </p:sp>
      <p:sp>
        <p:nvSpPr>
          <p:cNvPr id="8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8CD36D2-91DE-4516-BF1E-1FD86E1F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6" name="flow-step-2">
            <a:extLst xmlns:a="http://schemas.openxmlformats.org/drawingml/2006/main">
              <a:ext uri="{FF2B5EF4-FFF2-40B4-BE49-F238E27FC236}">
                <a16:creationId xmlns:a16="http://schemas.microsoft.com/office/drawing/2014/main" id="{2FF71CCD-D61D-427A-BB5F-9F1B45F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AB2EF75C-F2C5-43F4-9815-FFD0AD11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8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0A4FBD21-F78B-4C5A-8767-B3557CAF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9" name="flow-head-2">
            <a:extLst xmlns:a="http://schemas.openxmlformats.org/drawingml/2006/main">
              <a:ext uri="{FF2B5EF4-FFF2-40B4-BE49-F238E27FC236}">
                <a16:creationId xmlns:a16="http://schemas.microsoft.com/office/drawing/2014/main" id="{9D28E6D2-FC58-4AA3-B71D-62E2D1E3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Power Query</a:t>
            </a:r>
          </a:p>
        </p:txBody>
      </p:sp>
      <p:sp>
        <p:nvSpPr>
          <p:cNvPr id="9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56DE2D79-0607-4571-BAE6-D14169E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tipos y reglas</a:t>
            </a:r>
          </a:p>
        </p:txBody>
      </p:sp>
      <p:sp>
        <p:nvSpPr>
          <p:cNvPr id="9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89FC3484-3F76-4373-ADBC-030E0276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92" name="flow-step-3">
            <a:extLst xmlns:a="http://schemas.openxmlformats.org/drawingml/2006/main">
              <a:ext uri="{FF2B5EF4-FFF2-40B4-BE49-F238E27FC236}">
                <a16:creationId xmlns:a16="http://schemas.microsoft.com/office/drawing/2014/main" id="{AE482D23-496F-4082-9B5B-1B4C3CE2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3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29B472F2-9EA8-4F91-8D96-F331425F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4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372F2158-9415-459D-85F4-58BB58F4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95" name="flow-head-3">
            <a:extLst xmlns:a="http://schemas.openxmlformats.org/drawingml/2006/main">
              <a:ext uri="{FF2B5EF4-FFF2-40B4-BE49-F238E27FC236}">
                <a16:creationId xmlns:a16="http://schemas.microsoft.com/office/drawing/2014/main" id="{E2C4888F-78B2-414D-9EEC-21397E60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Control</a:t>
            </a:r>
          </a:p>
        </p:txBody>
      </p:sp>
      <p:sp>
        <p:nvSpPr>
          <p:cNvPr id="9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4E4383C3-2411-47C6-8B65-9D60BBDD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rechazos y totales</a:t>
            </a:r>
          </a:p>
        </p:txBody>
      </p:sp>
      <p:sp>
        <p:nvSpPr>
          <p:cNvPr id="97" name="flow-step-4">
            <a:extLst xmlns:a="http://schemas.openxmlformats.org/drawingml/2006/main">
              <a:ext uri="{FF2B5EF4-FFF2-40B4-BE49-F238E27FC236}">
                <a16:creationId xmlns:a16="http://schemas.microsoft.com/office/drawing/2014/main" id="{54DC5AB8-0648-4F3D-A783-06910F0E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8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EB6E0218-1D54-483D-B44C-ABC2476F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99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E6FE7754-4FBF-482D-B0BC-6B6CA76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0" name="flow-head-4">
            <a:extLst xmlns:a="http://schemas.openxmlformats.org/drawingml/2006/main">
              <a:ext uri="{FF2B5EF4-FFF2-40B4-BE49-F238E27FC236}">
                <a16:creationId xmlns:a16="http://schemas.microsoft.com/office/drawing/2014/main" id="{C667B575-61D2-41FE-98B2-5D24A5FD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Consumo</a:t>
            </a:r>
          </a:p>
        </p:txBody>
      </p:sp>
      <p:sp>
        <p:nvSpPr>
          <p:cNvPr id="101" name="flow-body-4">
            <a:extLst xmlns:a="http://schemas.openxmlformats.org/drawingml/2006/main">
              <a:ext uri="{FF2B5EF4-FFF2-40B4-BE49-F238E27FC236}">
                <a16:creationId xmlns:a16="http://schemas.microsoft.com/office/drawing/2014/main" id="{BA79DEE3-FE7E-40AF-84F1-A4E21E0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Excel o Power BI</a:t>
            </a:r>
          </a:p>
        </p:txBody>
      </p:sp>
      <p:sp>
        <p:nvSpPr>
          <p:cNvPr id="102" name="flow-cycle">
            <a:extLst xmlns:a="http://schemas.openxmlformats.org/drawingml/2006/main">
              <a:ext uri="{FF2B5EF4-FFF2-40B4-BE49-F238E27FC236}">
                <a16:creationId xmlns:a16="http://schemas.microsoft.com/office/drawing/2014/main" id="{9C8CC023-A540-40D6-85E7-A4635EEC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689860" y="6572250"/>
            <a:ext cx="12908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03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D402C646-859A-4310-84F9-EB1737C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04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AC57F52F-3B9E-44F0-847A-DF90A9D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Power Automate mueve y notifica; Power Apps reemplaza el archivo cuando la captura exige validaciones.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09FED4CD-7759-466E-B83F-EDFE6F8E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58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1283373c04f8c"/>
          <a:srcRect xmlns:a="http://schemas.openxmlformats.org/drawingml/2006/main" l="27764" t="0" r="27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0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57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pic>
        <p:nvPicPr>
          <p:cNvPr id="89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ef59c5651488c"/>
          <a:srcRect xmlns:a="http://schemas.openxmlformats.org/drawingml/2006/main" l="29976" t="0" r="29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45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5F792C25-EA14-4A0A-93C6-21D3684E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46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227B8E63-24D2-45E2-960E-79DC526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7" name="close-rail">
            <a:extLst xmlns:a="http://schemas.openxmlformats.org/drawingml/2006/main">
              <a:ext uri="{FF2B5EF4-FFF2-40B4-BE49-F238E27FC236}">
                <a16:creationId xmlns:a16="http://schemas.microsoft.com/office/drawing/2014/main" id="{A3D40088-D4AC-4C7E-B2BF-1C7DABF3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7e04341d74f8f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49" name="close-label">
            <a:extLst xmlns:a="http://schemas.openxmlformats.org/drawingml/2006/main">
              <a:ext uri="{FF2B5EF4-FFF2-40B4-BE49-F238E27FC236}">
                <a16:creationId xmlns:a16="http://schemas.microsoft.com/office/drawing/2014/main" id="{222D56D9-A0C6-4D55-921E-6E053C6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ACTIVIDAD · MAPA DEL SISTEMA</a:t>
            </a:r>
          </a:p>
        </p:txBody>
      </p:sp>
      <p:sp>
        <p:nvSpPr>
          <p:cNvPr id="50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5863FF0-790A-4AE6-BC18-BC11308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Faro Sur necesita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una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arquitectura proporcional</a:t>
            </a:r>
          </a:p>
        </p:txBody>
      </p:sp>
      <p:sp>
        <p:nvSpPr>
          <p:cNvPr id="51" name="close-rule">
            <a:extLst xmlns:a="http://schemas.openxmlformats.org/drawingml/2006/main">
              <a:ext uri="{FF2B5EF4-FFF2-40B4-BE49-F238E27FC236}">
                <a16:creationId xmlns:a16="http://schemas.microsoft.com/office/drawing/2014/main" id="{A86AB247-1857-4339-9FFF-6E397C70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2" name="close-body">
            <a:extLst xmlns:a="http://schemas.openxmlformats.org/drawingml/2006/main">
              <a:ext uri="{FF2B5EF4-FFF2-40B4-BE49-F238E27FC236}">
                <a16:creationId xmlns:a16="http://schemas.microsoft.com/office/drawing/2014/main" id="{247AA989-E874-41B8-A348-3C8AE663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Ubicar fuentes, almacenamiento, transformación y consumo. Asignar un responsable y un control a cada frontera.</a:t>
            </a:r>
          </a:p>
        </p:txBody>
      </p:sp>
      <p:sp>
        <p:nvSpPr>
          <p:cNvPr id="53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AC31495C-6EF6-4D12-BCF5-1E953F1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2026-08-23T22:33:02.2270000Z</dcterms:created>
  <dcterms:modified xsi:type="dcterms:W3CDTF">2026-08-23T22:33:02.2270000Z</dcterms:modified>
</coreProperties>
</file>