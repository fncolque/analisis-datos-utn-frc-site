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ad9b003fe5431b" /><Relationship Type="http://schemas.openxmlformats.org/officeDocument/2006/relationships/extended-properties" Target="/docProps/app.xml" Id="R25f3b4f314254ed0" /><Relationship Type="http://schemas.openxmlformats.org/officeDocument/2006/relationships/officeDocument" Target="/ppt/presentation.xml" Id="Re150b522243c42e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964c8ee2a96442b6"/>
  </p:sldMasterIdLst>
  <p:sldIdLst>
    <p:sldId xmlns:r="http://schemas.openxmlformats.org/officeDocument/2006/relationships" id="256" r:id="Rd7714c368f5449a6"/>
    <p:sldId xmlns:r="http://schemas.openxmlformats.org/officeDocument/2006/relationships" id="257" r:id="R7b2d187695944074"/>
    <p:sldId xmlns:r="http://schemas.openxmlformats.org/officeDocument/2006/relationships" id="258" r:id="R324e3dc9f1c3458f"/>
    <p:sldId xmlns:r="http://schemas.openxmlformats.org/officeDocument/2006/relationships" id="259" r:id="R687e6e69afb84db6"/>
    <p:sldId xmlns:r="http://schemas.openxmlformats.org/officeDocument/2006/relationships" id="260" r:id="Rc9687b54b4e74c6a"/>
    <p:sldId xmlns:r="http://schemas.openxmlformats.org/officeDocument/2006/relationships" id="261" r:id="R0ef3e0ea1a364c08"/>
    <p:sldId xmlns:r="http://schemas.openxmlformats.org/officeDocument/2006/relationships" id="262" r:id="Rea1e083919b14160"/>
    <p:sldId xmlns:r="http://schemas.openxmlformats.org/officeDocument/2006/relationships" id="263" r:id="R88540b2e20774ad6"/>
    <p:sldId xmlns:r="http://schemas.openxmlformats.org/officeDocument/2006/relationships" id="264" r:id="R954238d349c24597"/>
    <p:sldId xmlns:r="http://schemas.openxmlformats.org/officeDocument/2006/relationships" id="265" r:id="Rcdda190b71ac4895"/>
    <p:sldId xmlns:r="http://schemas.openxmlformats.org/officeDocument/2006/relationships" id="266" r:id="R6a27689e69724729"/>
    <p:sldId xmlns:r="http://schemas.openxmlformats.org/officeDocument/2006/relationships" id="267" r:id="R151c1cace3bb4a72"/>
    <p:sldId xmlns:r="http://schemas.openxmlformats.org/officeDocument/2006/relationships" id="268" r:id="R7c34b1aacce64c48"/>
    <p:sldId xmlns:r="http://schemas.openxmlformats.org/officeDocument/2006/relationships" id="269" r:id="Rb547f5ed7ef3435d"/>
    <p:sldId xmlns:r="http://schemas.openxmlformats.org/officeDocument/2006/relationships" id="270" r:id="R87bd9607c28c4758"/>
  </p:sldIdLst>
  <p:sldSz cx="18288000" cy="10287000"/>
  <p:notesSz cx="6858000" cy="9144000"/>
  <p:embeddedFontLst>
    <p:embeddedFont>
      <p:font typeface="Telegraf"/>
      <p:regular xmlns:r="http://schemas.openxmlformats.org/officeDocument/2006/relationships" r:id="Ree78575e6dd64880"/>
    </p:embeddedFont>
    <p:embeddedFont>
      <p:font typeface="Telegraf Bold"/>
      <p:regular xmlns:r="http://schemas.openxmlformats.org/officeDocument/2006/relationships" r:id="Ra4b85b670bc04d46"/>
    </p:embeddedFont>
    <p:embeddedFont>
      <p:font typeface="Telegraf Heavy"/>
      <p:regular xmlns:r="http://schemas.openxmlformats.org/officeDocument/2006/relationships" r:id="R5a910251406e489e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978326280048cc" /><Relationship Type="http://schemas.openxmlformats.org/officeDocument/2006/relationships/slideMaster" Target="/ppt/slideMasters/slideMaster1.xml" Id="R964c8ee2a96442b6" /><Relationship Type="http://schemas.openxmlformats.org/officeDocument/2006/relationships/presProps" Target="/ppt/presProps.xml" Id="Ra96270025c0c4a66" /><Relationship Type="http://schemas.openxmlformats.org/officeDocument/2006/relationships/viewProps" Target="/ppt/viewProps.xml" Id="Re1eb86e31e4d40d2" /><Relationship Type="http://schemas.openxmlformats.org/officeDocument/2006/relationships/tableStyles" Target="/ppt/tableStyles.xml" Id="R4831fdd4a9694d20" /><Relationship Type="http://schemas.openxmlformats.org/officeDocument/2006/relationships/font" Target="/ppt/fonts/font.dat" Id="Ree78575e6dd64880" /><Relationship Type="http://schemas.openxmlformats.org/officeDocument/2006/relationships/font" Target="/ppt/fonts/font2.dat" Id="Ra4b85b670bc04d46" /><Relationship Type="http://schemas.openxmlformats.org/officeDocument/2006/relationships/font" Target="/ppt/fonts/font3.dat" Id="R5a910251406e489e" /><Relationship Type="http://schemas.openxmlformats.org/officeDocument/2006/relationships/slide" Target="/ppt/slides/slide1.xml" Id="Rd7714c368f5449a6" /><Relationship Type="http://schemas.openxmlformats.org/officeDocument/2006/relationships/slide" Target="/ppt/slides/slide2.xml" Id="R7b2d187695944074" /><Relationship Type="http://schemas.openxmlformats.org/officeDocument/2006/relationships/slide" Target="/ppt/slides/slide3.xml" Id="R324e3dc9f1c3458f" /><Relationship Type="http://schemas.openxmlformats.org/officeDocument/2006/relationships/slide" Target="/ppt/slides/slide4.xml" Id="R687e6e69afb84db6" /><Relationship Type="http://schemas.openxmlformats.org/officeDocument/2006/relationships/slide" Target="/ppt/slides/slide5.xml" Id="Rc9687b54b4e74c6a" /><Relationship Type="http://schemas.openxmlformats.org/officeDocument/2006/relationships/slide" Target="/ppt/slides/slide6.xml" Id="R0ef3e0ea1a364c08" /><Relationship Type="http://schemas.openxmlformats.org/officeDocument/2006/relationships/slide" Target="/ppt/slides/slide7.xml" Id="Rea1e083919b14160" /><Relationship Type="http://schemas.openxmlformats.org/officeDocument/2006/relationships/slide" Target="/ppt/slides/slide8.xml" Id="R88540b2e20774ad6" /><Relationship Type="http://schemas.openxmlformats.org/officeDocument/2006/relationships/slide" Target="/ppt/slides/slide9.xml" Id="R954238d349c24597" /><Relationship Type="http://schemas.openxmlformats.org/officeDocument/2006/relationships/slide" Target="/ppt/slides/slide10.xml" Id="Rcdda190b71ac4895" /><Relationship Type="http://schemas.openxmlformats.org/officeDocument/2006/relationships/slide" Target="/ppt/slides/slide11.xml" Id="R6a27689e69724729" /><Relationship Type="http://schemas.openxmlformats.org/officeDocument/2006/relationships/slide" Target="/ppt/slides/slide12.xml" Id="R151c1cace3bb4a72" /><Relationship Type="http://schemas.openxmlformats.org/officeDocument/2006/relationships/slide" Target="/ppt/slides/slide13.xml" Id="R7c34b1aacce64c48" /><Relationship Type="http://schemas.openxmlformats.org/officeDocument/2006/relationships/slide" Target="/ppt/slides/slide14.xml" Id="Rb547f5ed7ef3435d" /><Relationship Type="http://schemas.openxmlformats.org/officeDocument/2006/relationships/slide" Target="/ppt/slides/slide15.xml" Id="R87bd9607c28c475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56ae273a6347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1085a3fc50473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73f7781d3d495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ed4751b80042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9c4758a38d46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81c30b93ad40f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87edf6f74548e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825e4ecfc74d4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2fdcda4004478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aebf450e6f4d3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13eb703a43487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769558-CD25-4C89-B43C-D6A75F2ED42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FD8718D-D06D-42CD-9F46-22D3F35632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0E5D6E4-C9CF-43C3-B173-226482B9B3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C4C9D4-15D9-4FA4-840E-0AD6975B26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58AD1BB-53F6-4232-BE35-F91450C84B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789827C-94A1-46D4-A4B1-38CC1349E9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21E007-0DF8-4206-9D1E-60547E2E2B3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F16AF2D-51C1-4E6F-AB14-2F07D27217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1A85A2D-52FE-45BE-931F-F42C371867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8BFF7C-452E-4211-A427-86FAEA4964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44D279-DBCC-421F-B326-8A467D5F21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8E8EF9B-5FF1-47D0-B9EC-550E235974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54BA64C-C54B-4628-819E-EDED0459F3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AF1897A-B408-417E-9609-13703590AC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667D90-9D32-42D3-B832-374EE2B3C1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F5BAFC-54E5-4531-BE01-950C32A961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E375AF3-C4F7-4FD0-8C67-2A54B038141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EE46A57-9117-4CF4-AEF3-E402494B80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9F5636-AD81-4E55-B599-B966FC5603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8F293DC-770F-4EC1-8C85-321B3865AC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0D3CD38-784C-43A0-A02B-8AD16E3186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173C6C-B8A4-431A-B1A0-2916B19A4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8D5A41D-8436-4C53-A43E-8A56FB1031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32449A5-3149-49B2-9687-7A9CDFDE4B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BB6061B-2C0D-43E5-BF3C-05DFEE430DD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720B4FF-0B58-4E83-A827-23BCD1B800E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BA2B273-F5C7-44E5-8190-0F6B1200F3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071971A-278A-4665-A641-F850E2CD31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606B6DE-F4D1-4D9C-9CAE-A64D87568A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B58863-E8F8-4D83-9DA9-5084484C28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CC181AB-1BB4-493C-BEF4-961CED214B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BE2FEFC-EFDF-4726-B574-3805840DB1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C0AF4B9-A159-421C-B585-9B2BED282F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D28FB3E-6D21-4122-92ED-8B19061159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E633666-791C-493E-82E4-5E604448B4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696BDCF-7DBF-4234-B895-2F9299D5B9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C6FF2F-64DC-4348-9495-9A7EA2530F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5420FE7-DFE3-458D-8F9A-2F4781343A8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63DBBBD-5FE3-4671-B2B0-6000CCF7D7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8B84822-3065-4776-8AD5-8A288DB9C9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DB512A7-E414-4733-A553-2A4657A76C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976EE4A-3E42-4962-9C8E-B577D8E31A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057BAB-10B0-43C8-A4F5-73563DF4FE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2B72343-8F89-4AC2-86EF-EA637CAF74F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57A4223-F595-4F72-A36C-ED59184722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9935067-5341-4033-84F3-B8E164C4CD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BB3718F-0AE3-41A9-A405-44509F98E84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7934B46-77C1-4F74-800A-08776E777C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82F7064-5872-43A5-A0A7-FCF61F8D9B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456540E-C9DA-4747-B04F-1A0D80C68C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F2DD6F1-B912-4885-9EE1-A86B739BE2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620850-28BF-48EB-B48D-BCCEFF2ECF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FDE6B40-205E-4CCF-9852-3424097333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686560F-2DBE-4CB1-9FAF-2961DE173F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479E08-504B-4525-86AA-526662E5AD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6EFC91E-115A-4697-9E1F-65EC0E8355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C099CED-A861-45CE-84C4-2A1468EBD5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D03CF38-09EF-422C-A289-60F40EB08E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0e7f9cea624833" /><Relationship Type="http://schemas.openxmlformats.org/officeDocument/2006/relationships/slideLayout" Target="/ppt/slideLayouts/slideLayout1.xml" Id="R075c3fc35ed042b6" /><Relationship Type="http://schemas.openxmlformats.org/officeDocument/2006/relationships/slideLayout" Target="/ppt/slideLayouts/slideLayout2.xml" Id="R7bbcd5738d2d4d3f" /><Relationship Type="http://schemas.openxmlformats.org/officeDocument/2006/relationships/slideLayout" Target="/ppt/slideLayouts/slideLayout3.xml" Id="R588725007a0f42cc" /><Relationship Type="http://schemas.openxmlformats.org/officeDocument/2006/relationships/slideLayout" Target="/ppt/slideLayouts/slideLayout4.xml" Id="Rfd8aca283da54bc1" /><Relationship Type="http://schemas.openxmlformats.org/officeDocument/2006/relationships/slideLayout" Target="/ppt/slideLayouts/slideLayout5.xml" Id="Rc1d8a952881d43ac" /><Relationship Type="http://schemas.openxmlformats.org/officeDocument/2006/relationships/slideLayout" Target="/ppt/slideLayouts/slideLayout6.xml" Id="Re6d37a4392354c78" /><Relationship Type="http://schemas.openxmlformats.org/officeDocument/2006/relationships/slideLayout" Target="/ppt/slideLayouts/slideLayout7.xml" Id="R40919e4e228748bb" /><Relationship Type="http://schemas.openxmlformats.org/officeDocument/2006/relationships/slideLayout" Target="/ppt/slideLayouts/slideLayout8.xml" Id="R3d168d213ba648c0" /><Relationship Type="http://schemas.openxmlformats.org/officeDocument/2006/relationships/slideLayout" Target="/ppt/slideLayouts/slideLayout9.xml" Id="Ree5b019332af404c" /><Relationship Type="http://schemas.openxmlformats.org/officeDocument/2006/relationships/slideLayout" Target="/ppt/slideLayouts/slideLayout10.xml" Id="R9e9aa3205dbf43b2" /><Relationship Type="http://schemas.openxmlformats.org/officeDocument/2006/relationships/slideLayout" Target="/ppt/slideLayouts/slideLayout11.xml" Id="R4be32aa085d54d0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3A34E8C-B695-4E58-A35F-F1068576EE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A03D92-C314-4265-A6B6-A5F86EB326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FB30FD8-E987-4F43-A3D3-5D5030174E4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F0E75E3-BE45-4C2C-9D3F-CEE39E52838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495CB1-0E80-4CBC-912D-F1C6689A98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5c3fc35ed042b6"/>
    <p:sldLayoutId xmlns:r="http://schemas.openxmlformats.org/officeDocument/2006/relationships" id="2147483650" r:id="R7bbcd5738d2d4d3f"/>
    <p:sldLayoutId xmlns:r="http://schemas.openxmlformats.org/officeDocument/2006/relationships" id="2147483651" r:id="R588725007a0f42cc"/>
    <p:sldLayoutId xmlns:r="http://schemas.openxmlformats.org/officeDocument/2006/relationships" id="2147483652" r:id="Rfd8aca283da54bc1"/>
    <p:sldLayoutId xmlns:r="http://schemas.openxmlformats.org/officeDocument/2006/relationships" id="2147483653" r:id="Rc1d8a952881d43ac"/>
    <p:sldLayoutId xmlns:r="http://schemas.openxmlformats.org/officeDocument/2006/relationships" id="2147483654" r:id="Re6d37a4392354c78"/>
    <p:sldLayoutId xmlns:r="http://schemas.openxmlformats.org/officeDocument/2006/relationships" id="2147483655" r:id="R40919e4e228748bb"/>
    <p:sldLayoutId xmlns:r="http://schemas.openxmlformats.org/officeDocument/2006/relationships" id="2147483656" r:id="R3d168d213ba648c0"/>
    <p:sldLayoutId xmlns:r="http://schemas.openxmlformats.org/officeDocument/2006/relationships" id="2147483657" r:id="Ree5b019332af404c"/>
    <p:sldLayoutId xmlns:r="http://schemas.openxmlformats.org/officeDocument/2006/relationships" id="2147483658" r:id="R9e9aa3205dbf43b2"/>
    <p:sldLayoutId xmlns:r="http://schemas.openxmlformats.org/officeDocument/2006/relationships" id="2147483659" r:id="R4be32aa085d54d01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83bc687c86143c1" /><Relationship Type="http://schemas.openxmlformats.org/officeDocument/2006/relationships/image" Target="/ppt/media/image.jpeg" Id="R72a281161a0345ba" /><Relationship Type="http://schemas.openxmlformats.org/officeDocument/2006/relationships/image" Target="/ppt/media/image.png" Id="R8df87e6a05f340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652262908664d43" /><Relationship Type="http://schemas.openxmlformats.org/officeDocument/2006/relationships/image" Target="/ppt/media/image2.jpeg" Id="R4b5cf156fb70407d" /><Relationship Type="http://schemas.openxmlformats.org/officeDocument/2006/relationships/image" Target="/ppt/media/image3.jpeg" Id="Re57b43c8c4b84f62" /><Relationship Type="http://schemas.openxmlformats.org/officeDocument/2006/relationships/image" Target="/ppt/media/image2.png" Id="Rcd4f951f864944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35373633e94bb3" /><Relationship Type="http://schemas.openxmlformats.org/officeDocument/2006/relationships/image" Target="/ppt/media/image4.jpeg" Id="Rf63ae1e79e904993" /><Relationship Type="http://schemas.openxmlformats.org/officeDocument/2006/relationships/image" Target="/ppt/media/image5.jpeg" Id="R23bd078470a242a8" /><Relationship Type="http://schemas.openxmlformats.org/officeDocument/2006/relationships/image" Target="/ppt/media/image3.png" Id="R1b77298581cd4b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1b3b17b48eb4710" /><Relationship Type="http://schemas.openxmlformats.org/officeDocument/2006/relationships/image" Target="/ppt/media/image4.png" Id="Re9fbfd612e6a4b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7aa0cbe14f44a8" /><Relationship Type="http://schemas.openxmlformats.org/officeDocument/2006/relationships/image" Target="/ppt/media/image6.jpeg" Id="R8cde0a59a6764075" /><Relationship Type="http://schemas.openxmlformats.org/officeDocument/2006/relationships/image" Target="/ppt/media/image3.jpeg" Id="R2dfded083a7d40f4" /><Relationship Type="http://schemas.openxmlformats.org/officeDocument/2006/relationships/image" Target="/ppt/media/image5.png" Id="R6deb097e3dea4b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326089e88c5418c" /><Relationship Type="http://schemas.openxmlformats.org/officeDocument/2006/relationships/image" Target="/ppt/media/image7.jpeg" Id="Ra5a0968901ab457f" /><Relationship Type="http://schemas.openxmlformats.org/officeDocument/2006/relationships/image" Target="/ppt/media/image8.jpeg" Id="Raec669a9ef6e4132" /><Relationship Type="http://schemas.openxmlformats.org/officeDocument/2006/relationships/image" Target="/ppt/media/image6.png" Id="R5e2d73fb5bfa49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994cdb2a9cf4c03" /><Relationship Type="http://schemas.openxmlformats.org/officeDocument/2006/relationships/image" Target="/ppt/media/image2.jpeg" Id="R5c125e258e1f4826" /><Relationship Type="http://schemas.openxmlformats.org/officeDocument/2006/relationships/image" Target="/ppt/media/image9.jpeg" Id="R4c29ff5ff58d4a68" /><Relationship Type="http://schemas.openxmlformats.org/officeDocument/2006/relationships/image" Target="/ppt/media/image7.png" Id="R6e85ea05231f4e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2809565e6d843fe" /><Relationship Type="http://schemas.openxmlformats.org/officeDocument/2006/relationships/image" Target="/ppt/media/image8.png" Id="R45ecfc90e94d43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c947137349c469c" /><Relationship Type="http://schemas.openxmlformats.org/officeDocument/2006/relationships/image" Target="/ppt/media/image8.jpeg" Id="R071fe0a217a5490a" /><Relationship Type="http://schemas.openxmlformats.org/officeDocument/2006/relationships/image" Target="/ppt/media/image10.jpeg" Id="Rd18d94b68fd1420b" /><Relationship Type="http://schemas.openxmlformats.org/officeDocument/2006/relationships/image" Target="/ppt/media/image9.png" Id="Rb4d70af225124d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680e725f90b469c" /><Relationship Type="http://schemas.openxmlformats.org/officeDocument/2006/relationships/image" Target="/ppt/media/image6.jpeg" Id="Re2a72406accf4e47" /><Relationship Type="http://schemas.openxmlformats.org/officeDocument/2006/relationships/image" Target="/ppt/media/image3.jpeg" Id="R03d1b6ed39724f87" /><Relationship Type="http://schemas.openxmlformats.org/officeDocument/2006/relationships/image" Target="/ppt/media/image10.png" Id="Rfdd38fc5c24b46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a5378c4ebf4ee9" /><Relationship Type="http://schemas.openxmlformats.org/officeDocument/2006/relationships/image" Target="/ppt/media/image4.jpeg" Id="R26b6d979e2a14962" /><Relationship Type="http://schemas.openxmlformats.org/officeDocument/2006/relationships/image" Target="/ppt/media/image11.jpeg" Id="R475bde2167824873" /><Relationship Type="http://schemas.openxmlformats.org/officeDocument/2006/relationships/image" Target="/ppt/media/image11.png" Id="R41a2c497911e49a1" /><Relationship Type="http://schemas.openxmlformats.org/officeDocument/2006/relationships/image" Target="/ppt/media/image12.png" Id="Rc6ecd15277ee4b70" /><Relationship Type="http://schemas.openxmlformats.org/officeDocument/2006/relationships/image" Target="/ppt/media/image13.png" Id="Rdc1f62b93b5049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ffed72775648ed" /><Relationship Type="http://schemas.openxmlformats.org/officeDocument/2006/relationships/image" Target="/ppt/media/image12.jpeg" Id="Ra319dd8edd404640" /><Relationship Type="http://schemas.openxmlformats.org/officeDocument/2006/relationships/image" Target="/ppt/media/image14.png" Id="R74f75e5c29f945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0931b644f674f6b" /><Relationship Type="http://schemas.openxmlformats.org/officeDocument/2006/relationships/image" Target="/ppt/media/image4.jpeg" Id="Rd2d7cfb73e1d4247" /><Relationship Type="http://schemas.openxmlformats.org/officeDocument/2006/relationships/image" Target="/ppt/media/image5.jpeg" Id="R7238bbfe440d4ed3" /><Relationship Type="http://schemas.openxmlformats.org/officeDocument/2006/relationships/image" Target="/ppt/media/image15.png" Id="R8812744e633848b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77ff62ddce04ee0" /><Relationship Type="http://schemas.openxmlformats.org/officeDocument/2006/relationships/image" Target="/ppt/media/image16.png" Id="Ra4e6674e2db9430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aebade1ba64803" /><Relationship Type="http://schemas.openxmlformats.org/officeDocument/2006/relationships/image" Target="/ppt/media/image2.jpeg" Id="Rac9549b29c96402d" /><Relationship Type="http://schemas.openxmlformats.org/officeDocument/2006/relationships/image" Target="/ppt/media/image17.png" Id="R4f16de91a1ee49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Imagen 73">
            <a:extLst xmlns:a="http://schemas.openxmlformats.org/drawingml/2006/main">
              <a:ext uri="{FF2B5EF4-FFF2-40B4-BE49-F238E27FC236}">
                <a16:creationId xmlns:a16="http://schemas.microsoft.com/office/drawing/2014/main" id="{DE16B11F-F790-4919-915B-02C43A2F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61" name="Imagen 7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281161a0345ba"/>
          <a:srcRect xmlns:a="http://schemas.openxmlformats.org/drawingml/2006/main" l="27778" t="0" r="277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5492"/>
            </a:avLst>
          </a:prstGeom>
        </p:spPr>
      </p:pic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7F5F62B3-F84F-4153-B279-04350AFF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74006" h="182238">
                <a:moveTo>
                  <a:pt x="22567" y="0"/>
                </a:moveTo>
                <a:lnTo>
                  <a:pt x="751439" y="0"/>
                </a:lnTo>
                <a:cubicBezTo>
                  <a:pt x="763903" y="0"/>
                  <a:pt x="774006" y="10104"/>
                  <a:pt x="774006" y="22567"/>
                </a:cubicBezTo>
                <a:lnTo>
                  <a:pt x="774006" y="159671"/>
                </a:lnTo>
                <a:cubicBezTo>
                  <a:pt x="774006" y="165656"/>
                  <a:pt x="771629" y="171396"/>
                  <a:pt x="767396" y="175628"/>
                </a:cubicBezTo>
                <a:cubicBezTo>
                  <a:pt x="763164" y="179861"/>
                  <a:pt x="757424" y="182238"/>
                  <a:pt x="751439" y="182238"/>
                </a:cubicBezTo>
                <a:lnTo>
                  <a:pt x="22567" y="182238"/>
                </a:lnTo>
                <a:cubicBezTo>
                  <a:pt x="10104" y="182238"/>
                  <a:pt x="0" y="172135"/>
                  <a:pt x="0" y="159671"/>
                </a:cubicBezTo>
                <a:lnTo>
                  <a:pt x="0" y="22567"/>
                </a:lnTo>
                <a:cubicBezTo>
                  <a:pt x="0" y="10104"/>
                  <a:pt x="10104" y="0"/>
                  <a:pt x="2256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B53724D0-9C3B-4C22-A623-60FD93C3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564678E5-48A3-472E-A813-58C2E828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79984" y="0"/>
                </a:moveTo>
                <a:lnTo>
                  <a:pt x="287523" y="0"/>
                </a:lnTo>
                <a:cubicBezTo>
                  <a:pt x="308736" y="0"/>
                  <a:pt x="329081" y="8427"/>
                  <a:pt x="344081" y="23427"/>
                </a:cubicBezTo>
                <a:cubicBezTo>
                  <a:pt x="359080" y="38427"/>
                  <a:pt x="367507" y="58771"/>
                  <a:pt x="367507" y="79984"/>
                </a:cubicBezTo>
                <a:lnTo>
                  <a:pt x="367507" y="304788"/>
                </a:lnTo>
                <a:cubicBezTo>
                  <a:pt x="367507" y="348962"/>
                  <a:pt x="331697" y="384772"/>
                  <a:pt x="287523" y="384772"/>
                </a:cubicBezTo>
                <a:lnTo>
                  <a:pt x="79984" y="384772"/>
                </a:lnTo>
                <a:cubicBezTo>
                  <a:pt x="58771" y="384772"/>
                  <a:pt x="38427" y="376345"/>
                  <a:pt x="23427" y="361345"/>
                </a:cubicBezTo>
                <a:cubicBezTo>
                  <a:pt x="8427" y="346346"/>
                  <a:pt x="0" y="326001"/>
                  <a:pt x="0" y="304788"/>
                </a:cubicBezTo>
                <a:lnTo>
                  <a:pt x="0" y="79984"/>
                </a:lnTo>
                <a:cubicBezTo>
                  <a:pt x="0" y="58771"/>
                  <a:pt x="8427" y="38427"/>
                  <a:pt x="23427" y="23427"/>
                </a:cubicBezTo>
                <a:cubicBezTo>
                  <a:pt x="38427" y="8427"/>
                  <a:pt x="58771" y="0"/>
                  <a:pt x="7998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566E8966-A412-411A-8729-3789C90F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C5146AB1-E671-4464-A213-49B0D9FA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EA7D4C51-A4E3-49A0-809C-9F63351A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989F7E7A-69FF-43DB-8D39-AF070A59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29A85F48-37A2-4038-A2F8-9E2BD8E0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4C851B3-0647-4286-AA9F-B9BDE191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31B4A31-D8A2-4B0B-BA5B-3E1316C5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81E1ADD0-8DD9-429F-9899-AA0B0460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639B345-5C1E-4E7C-A987-87C57A37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ED8CF195-CA26-4E09-AF27-4F05B793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4B9D9E6-2B09-46E5-8753-D045605B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06FB87C0-9F1F-47DC-B660-6AA62A91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806506" h="406400">
                <a:moveTo>
                  <a:pt x="1603306" y="0"/>
                </a:moveTo>
                <a:cubicBezTo>
                  <a:pt x="1715530" y="0"/>
                  <a:pt x="1806506" y="90976"/>
                  <a:pt x="1806506" y="203200"/>
                </a:cubicBezTo>
                <a:cubicBezTo>
                  <a:pt x="1806506" y="315424"/>
                  <a:pt x="1715530" y="406400"/>
                  <a:pt x="1603306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993D8D62-EF10-44EC-8A2B-004C808D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D9710FB2-485C-43BD-9DC6-2F867D11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ACD5A629-BE31-475C-9C5D-9EAD5382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79984" y="0"/>
                </a:moveTo>
                <a:lnTo>
                  <a:pt x="287523" y="0"/>
                </a:lnTo>
                <a:cubicBezTo>
                  <a:pt x="308736" y="0"/>
                  <a:pt x="329081" y="8427"/>
                  <a:pt x="344081" y="23427"/>
                </a:cubicBezTo>
                <a:cubicBezTo>
                  <a:pt x="359080" y="38427"/>
                  <a:pt x="367507" y="58771"/>
                  <a:pt x="367507" y="79984"/>
                </a:cubicBezTo>
                <a:lnTo>
                  <a:pt x="367507" y="304788"/>
                </a:lnTo>
                <a:cubicBezTo>
                  <a:pt x="367507" y="348962"/>
                  <a:pt x="331697" y="384772"/>
                  <a:pt x="287523" y="384772"/>
                </a:cubicBezTo>
                <a:lnTo>
                  <a:pt x="79984" y="384772"/>
                </a:lnTo>
                <a:cubicBezTo>
                  <a:pt x="58771" y="384772"/>
                  <a:pt x="38427" y="376345"/>
                  <a:pt x="23427" y="361345"/>
                </a:cubicBezTo>
                <a:cubicBezTo>
                  <a:pt x="8427" y="346346"/>
                  <a:pt x="0" y="326001"/>
                  <a:pt x="0" y="304788"/>
                </a:cubicBezTo>
                <a:lnTo>
                  <a:pt x="0" y="79984"/>
                </a:lnTo>
                <a:cubicBezTo>
                  <a:pt x="0" y="58771"/>
                  <a:pt x="8427" y="38427"/>
                  <a:pt x="23427" y="23427"/>
                </a:cubicBezTo>
                <a:cubicBezTo>
                  <a:pt x="38427" y="8427"/>
                  <a:pt x="58771" y="0"/>
                  <a:pt x="7998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78AFBFA9-CBB9-40D9-80E1-AC366656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DA6229D7-FCFF-42B6-BC2A-4D56D32D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61495" h="512772">
                <a:moveTo>
                  <a:pt x="0" y="0"/>
                </a:moveTo>
                <a:lnTo>
                  <a:pt x="461494" y="0"/>
                </a:lnTo>
                <a:lnTo>
                  <a:pt x="461494" y="512772"/>
                </a:lnTo>
                <a:lnTo>
                  <a:pt x="0" y="51277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B6CB9091-D238-4ED8-9845-61686526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20283" h="461216">
                <a:moveTo>
                  <a:pt x="0" y="0"/>
                </a:moveTo>
                <a:lnTo>
                  <a:pt x="420283" y="0"/>
                </a:lnTo>
                <a:lnTo>
                  <a:pt x="420283" y="461216"/>
                </a:lnTo>
                <a:lnTo>
                  <a:pt x="0" y="46121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5C72A90F-1114-4CC1-BD13-975BD395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45320EE5-2F71-4DAF-90A4-7248E2FB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16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3D9B7426-D179-4E47-A1B8-25B85292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9494C4CD-EBFD-4C8D-8B7A-363B4864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D419E547-CC87-443C-BFF6-5537F948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  <a:endParaRPr sz="1886" b="1">
              <a:solidFill>
                <a:srgbClr val="151616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E6DA3120-1590-4E4A-9703-2E188BF1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500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500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  <a:endParaRPr sz="1500">
              <a:solidFill>
                <a:srgbClr val="151616"/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2279A6B3-B644-4667-9C11-7BB77805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8400">
                <a:solidFill>
                  <a:srgbClr val="FFFF33"/>
                </a:solidFill>
                <a:latin typeface="Telegraf"/>
                <a:ea typeface="Telegraf"/>
                <a:cs typeface="Telegraf"/>
              </a:defRPr>
            </a:pPr>
            <a:r>
              <a:rPr sz="72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  <a:endParaRPr sz="7200">
              <a:solidFill>
                <a:schemeClr val="tx1">
                  <a:lumMod val="65000"/>
                  <a:lumOff val="35000"/>
                </a:schemeClr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C78B9BA3-AB64-47BA-A661-F2C330D2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00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21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C61E909E-10CA-4FD8-800A-4AC532F9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4" name="cover-image-field">
            <a:extLst xmlns:a="http://schemas.openxmlformats.org/drawingml/2006/main">
              <a:ext uri="{FF2B5EF4-FFF2-40B4-BE49-F238E27FC236}">
                <a16:creationId xmlns:a16="http://schemas.microsoft.com/office/drawing/2014/main" id="{6DBD4C32-CE94-4193-A895-3B7024C5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0" cy="1028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F35"/>
          </a:solidFill>
          <a:ln xmlns:a="http://schemas.openxmlformats.org/drawingml/2006/main" w="11430">
            <a:solidFill>
              <a:srgbClr val="0B1F35"/>
            </a:solidFill>
            <a:prstDash val="solid"/>
          </a:ln>
        </p:spPr>
      </p:sp>
      <p:sp>
        <p:nvSpPr>
          <p:cNvPr id="45" name="cover-data-line-0">
            <a:extLst xmlns:a="http://schemas.openxmlformats.org/drawingml/2006/main">
              <a:ext uri="{FF2B5EF4-FFF2-40B4-BE49-F238E27FC236}">
                <a16:creationId xmlns:a16="http://schemas.microsoft.com/office/drawing/2014/main" id="{51B1C842-387F-4525-975A-A00871E1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1050" y="1009650"/>
            <a:ext cx="2647950" cy="6753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75">
            <a:solidFill>
              <a:srgbClr val="1F497D"/>
            </a:solidFill>
            <a:prstDash val="solid"/>
          </a:ln>
        </p:spPr>
      </p:sp>
      <p:sp>
        <p:nvSpPr>
          <p:cNvPr id="46" name="cover-data-line-1">
            <a:extLst xmlns:a="http://schemas.openxmlformats.org/drawingml/2006/main">
              <a:ext uri="{FF2B5EF4-FFF2-40B4-BE49-F238E27FC236}">
                <a16:creationId xmlns:a16="http://schemas.microsoft.com/office/drawing/2014/main" id="{2714502F-1DEF-4817-A78F-924F193C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1009650"/>
            <a:ext cx="2247900" cy="6753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75">
            <a:solidFill>
              <a:srgbClr val="4F81BD"/>
            </a:solidFill>
            <a:prstDash val="solid"/>
          </a:ln>
        </p:spPr>
      </p:sp>
      <p:sp>
        <p:nvSpPr>
          <p:cNvPr id="47" name="cover-data-line-2">
            <a:extLst xmlns:a="http://schemas.openxmlformats.org/drawingml/2006/main">
              <a:ext uri="{FF2B5EF4-FFF2-40B4-BE49-F238E27FC236}">
                <a16:creationId xmlns:a16="http://schemas.microsoft.com/office/drawing/2014/main" id="{E916C202-FD55-4213-9AE8-B763C826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76450" y="1009650"/>
            <a:ext cx="1847850" cy="6753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75">
            <a:solidFill>
              <a:srgbClr val="1F497D"/>
            </a:solidFill>
            <a:prstDash val="solid"/>
          </a:ln>
        </p:spPr>
      </p:sp>
      <p:sp>
        <p:nvSpPr>
          <p:cNvPr id="48" name="cover-data-line-3">
            <a:extLst xmlns:a="http://schemas.openxmlformats.org/drawingml/2006/main">
              <a:ext uri="{FF2B5EF4-FFF2-40B4-BE49-F238E27FC236}">
                <a16:creationId xmlns:a16="http://schemas.microsoft.com/office/drawing/2014/main" id="{AC00B3F6-9B18-4203-8C36-F3FAF408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24150" y="1009650"/>
            <a:ext cx="1447800" cy="6753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75">
            <a:solidFill>
              <a:srgbClr val="4F81BD"/>
            </a:solidFill>
            <a:prstDash val="solid"/>
          </a:ln>
        </p:spPr>
      </p:sp>
      <p:sp>
        <p:nvSpPr>
          <p:cNvPr id="49" name="cover-data-line-4">
            <a:extLst xmlns:a="http://schemas.openxmlformats.org/drawingml/2006/main">
              <a:ext uri="{FF2B5EF4-FFF2-40B4-BE49-F238E27FC236}">
                <a16:creationId xmlns:a16="http://schemas.microsoft.com/office/drawing/2014/main" id="{C1B28B04-EEEE-442D-924C-93ECEACC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71850" y="1009650"/>
            <a:ext cx="1047750" cy="6753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75">
            <a:solidFill>
              <a:srgbClr val="1F497D"/>
            </a:solidFill>
            <a:prstDash val="solid"/>
          </a:ln>
        </p:spPr>
      </p:sp>
      <p:sp>
        <p:nvSpPr>
          <p:cNvPr id="50" name="cover-data-line-5">
            <a:extLst xmlns:a="http://schemas.openxmlformats.org/drawingml/2006/main">
              <a:ext uri="{FF2B5EF4-FFF2-40B4-BE49-F238E27FC236}">
                <a16:creationId xmlns:a16="http://schemas.microsoft.com/office/drawing/2014/main" id="{A5E928AD-A696-4EE4-BFC3-860958C6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19550" y="1009650"/>
            <a:ext cx="647700" cy="6753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75">
            <a:solidFill>
              <a:srgbClr val="4F81BD"/>
            </a:solidFill>
            <a:prstDash val="solid"/>
          </a:ln>
        </p:spPr>
      </p:sp>
      <p:sp>
        <p:nvSpPr>
          <p:cNvPr id="51" name="cover-data-line-6">
            <a:extLst xmlns:a="http://schemas.openxmlformats.org/drawingml/2006/main">
              <a:ext uri="{FF2B5EF4-FFF2-40B4-BE49-F238E27FC236}">
                <a16:creationId xmlns:a16="http://schemas.microsoft.com/office/drawing/2014/main" id="{DEA41764-C752-40D2-A208-3CD7DF67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67250" y="1009650"/>
            <a:ext cx="247650" cy="6753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75">
            <a:solidFill>
              <a:srgbClr val="1F497D"/>
            </a:solidFill>
            <a:prstDash val="solid"/>
          </a:ln>
        </p:spPr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87e6a05f3409c"/>
          <a:stretch xmlns:a="http://schemas.openxmlformats.org/drawingml/2006/main"/>
        </p:blipFill>
        <p:spPr>
          <a:xfrm xmlns:a="http://schemas.openxmlformats.org/drawingml/2006/main">
            <a:off x="6667500" y="62648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3" name="cover-brand">
            <a:extLst xmlns:a="http://schemas.openxmlformats.org/drawingml/2006/main">
              <a:ext uri="{FF2B5EF4-FFF2-40B4-BE49-F238E27FC236}">
                <a16:creationId xmlns:a16="http://schemas.microsoft.com/office/drawing/2014/main" id="{C98DEBB8-0067-4F30-9F31-9AC5882F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7239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5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EFB8975-89E0-4B5D-93F7-BD6445F5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9429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2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Hito 1,</a:t>
            </a:r>
          </a:p>
          <a:p xmlns:a="http://schemas.openxmlformats.org/drawingml/2006/main">
            <a:pPr algn="l">
              <a:defRPr sz="5250" b="0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5250" b="0">
                <a:solidFill>
                  <a:srgbClr val="FFFF33"/>
                </a:solidFill>
                <a:latin typeface="Aptos"/>
                <a:ea typeface="Aptos"/>
                <a:cs typeface="Aptos"/>
              </a:rPr>
              <a:t>APIs y MCP</a:t>
            </a:r>
          </a:p>
        </p:txBody>
      </p:sp>
      <p:sp>
        <p:nvSpPr>
          <p:cNvPr id="55" name="cover-rule">
            <a:extLst xmlns:a="http://schemas.openxmlformats.org/drawingml/2006/main">
              <a:ext uri="{FF2B5EF4-FFF2-40B4-BE49-F238E27FC236}">
                <a16:creationId xmlns:a16="http://schemas.microsoft.com/office/drawing/2014/main" id="{3CDBA8B7-54E9-4FFD-9D3A-4B1F677F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0" y="525780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33"/>
            </a:solidFill>
            <a:prstDash val="solid"/>
          </a:ln>
        </p:spPr>
      </p:sp>
      <p:sp>
        <p:nvSpPr>
          <p:cNvPr id="56" name="cover-question">
            <a:extLst xmlns:a="http://schemas.openxmlformats.org/drawingml/2006/main">
              <a:ext uri="{FF2B5EF4-FFF2-40B4-BE49-F238E27FC236}">
                <a16:creationId xmlns:a16="http://schemas.microsoft.com/office/drawing/2014/main" id="{9B17639F-83D6-4A95-B6CD-C27ED6DC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904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5E5E5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E5E5E5"/>
                </a:solidFill>
                <a:latin typeface="Aptos"/>
                <a:ea typeface="Aptos"/>
                <a:cs typeface="Aptos"/>
              </a:rPr>
              <a:t>¿El diseño conecta decisión, fuentes y modelo de forma defendible?</a:t>
            </a:r>
          </a:p>
        </p:txBody>
      </p:sp>
      <p:sp>
        <p:nvSpPr>
          <p:cNvPr id="57" name="cover-unit">
            <a:extLst xmlns:a="http://schemas.openxmlformats.org/drawingml/2006/main">
              <a:ext uri="{FF2B5EF4-FFF2-40B4-BE49-F238E27FC236}">
                <a16:creationId xmlns:a16="http://schemas.microsoft.com/office/drawing/2014/main" id="{B54527A7-1A56-452C-BA01-8FB4C104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001000"/>
            <a:ext cx="25717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58" name="cover-unit-text">
            <a:extLst xmlns:a="http://schemas.openxmlformats.org/drawingml/2006/main">
              <a:ext uri="{FF2B5EF4-FFF2-40B4-BE49-F238E27FC236}">
                <a16:creationId xmlns:a16="http://schemas.microsoft.com/office/drawing/2014/main" id="{8DD5BD03-E5D6-4C9A-BC3C-AAFCE933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0010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UNIDAD 4</a:t>
            </a:r>
          </a:p>
        </p:txBody>
      </p:sp>
      <p:sp>
        <p:nvSpPr>
          <p:cNvPr id="59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065C36C3-7130-4001-B3A7-89B72B65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096250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0D0D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0D0D0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</p:spTree>
    <p:extLst>
      <p:ext uri="{BB962C8B-B14F-4D97-AF65-F5344CB8AC3E}">
        <p14:creationId xmlns:p14="http://schemas.microsoft.com/office/powerpoint/2010/main" val="16884934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63830BFD-6592-41D0-B013-FC86633F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32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cf156fb70407d"/>
          <a:srcRect xmlns:a="http://schemas.openxmlformats.org/drawingml/2006/main" l="0" t="7843" r="0" b="7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F9BFC5FB-19D4-43E5-BB9F-270C0F37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34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b43c8c4b84f62"/>
          <a:srcRect xmlns:a="http://schemas.openxmlformats.org/drawingml/2006/main" l="22788" t="0" r="227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5FCDAC6E-DB3B-481F-97D2-737C1495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f951f8649444a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CFF4C7CC-3113-4C68-95F0-7C08C077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F3A144DF-DF94-435E-9804-8894AD47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El hito recorre una cadena de coherencia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DD2C9251-C659-4A3E-978C-A4D1C1E7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8CB3CAEE-7942-414C-87C1-62C2415A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HITO 1 · PROPÓSITO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51635207-3595-4BA7-B868-89572043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4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5A41E9E3-56BE-4281-888D-18FDC428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98875" y="490537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65" name="flow-step-0">
            <a:extLst xmlns:a="http://schemas.openxmlformats.org/drawingml/2006/main">
              <a:ext uri="{FF2B5EF4-FFF2-40B4-BE49-F238E27FC236}">
                <a16:creationId xmlns:a16="http://schemas.microsoft.com/office/drawing/2014/main" id="{1E737D7F-46EA-4943-9C2D-14CD6336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2460625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66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B172562C-9EE3-4291-AF84-C2B5F58C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386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7" name="flow-head-0">
            <a:extLst xmlns:a="http://schemas.openxmlformats.org/drawingml/2006/main">
              <a:ext uri="{FF2B5EF4-FFF2-40B4-BE49-F238E27FC236}">
                <a16:creationId xmlns:a16="http://schemas.microsoft.com/office/drawing/2014/main" id="{4A44C9AC-2C40-4709-8F8E-1E8C7473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207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Decisión</a:t>
            </a:r>
          </a:p>
        </p:txBody>
      </p:sp>
      <p:sp>
        <p:nvSpPr>
          <p:cNvPr id="68" name="flow-body-0">
            <a:extLst xmlns:a="http://schemas.openxmlformats.org/drawingml/2006/main">
              <a:ext uri="{FF2B5EF4-FFF2-40B4-BE49-F238E27FC236}">
                <a16:creationId xmlns:a16="http://schemas.microsoft.com/office/drawing/2014/main" id="{3F964754-D7A8-4F4A-871D-BCE6185A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05400"/>
            <a:ext cx="2117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elección concreta</a:t>
            </a:r>
          </a:p>
        </p:txBody>
      </p:sp>
      <p:sp>
        <p:nvSpPr>
          <p:cNvPr id="69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FFC10ACE-65F0-4A2D-B94F-BED2DEC7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69050" y="490537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70" name="flow-step-1">
            <a:extLst xmlns:a="http://schemas.openxmlformats.org/drawingml/2006/main">
              <a:ext uri="{FF2B5EF4-FFF2-40B4-BE49-F238E27FC236}">
                <a16:creationId xmlns:a16="http://schemas.microsoft.com/office/drawing/2014/main" id="{C420C3D2-31BD-47B1-B7CF-BB530339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8425" y="3905250"/>
            <a:ext cx="2460625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1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C0609208-C7BA-4ECD-966E-313881C7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825" y="40386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2" name="flow-head-1">
            <a:extLst xmlns:a="http://schemas.openxmlformats.org/drawingml/2006/main">
              <a:ext uri="{FF2B5EF4-FFF2-40B4-BE49-F238E27FC236}">
                <a16:creationId xmlns:a16="http://schemas.microsoft.com/office/drawing/2014/main" id="{89C9202B-281D-47CE-85A0-26645912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925" y="4495800"/>
            <a:ext cx="207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KPI</a:t>
            </a:r>
          </a:p>
        </p:txBody>
      </p:sp>
      <p:sp>
        <p:nvSpPr>
          <p:cNvPr id="73" name="flow-body-1">
            <a:extLst xmlns:a="http://schemas.openxmlformats.org/drawingml/2006/main">
              <a:ext uri="{FF2B5EF4-FFF2-40B4-BE49-F238E27FC236}">
                <a16:creationId xmlns:a16="http://schemas.microsoft.com/office/drawing/2014/main" id="{0CD8D7AD-BBAA-4F9B-8DA0-E5648D70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5" y="5105400"/>
            <a:ext cx="2117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regla operativa</a:t>
            </a:r>
          </a:p>
        </p:txBody>
      </p:sp>
      <p:sp>
        <p:nvSpPr>
          <p:cNvPr id="74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3E73F958-6373-40DD-BC55-C989BEFC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39225" y="490537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75" name="flow-step-2">
            <a:extLst xmlns:a="http://schemas.openxmlformats.org/drawingml/2006/main">
              <a:ext uri="{FF2B5EF4-FFF2-40B4-BE49-F238E27FC236}">
                <a16:creationId xmlns:a16="http://schemas.microsoft.com/office/drawing/2014/main" id="{E806EA93-8638-4E6E-910B-B12B7284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600" y="3905250"/>
            <a:ext cx="2460625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6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6781B36E-3982-4AD6-9B6E-C4E65BE3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0" y="40386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7" name="flow-head-2">
            <a:extLst xmlns:a="http://schemas.openxmlformats.org/drawingml/2006/main">
              <a:ext uri="{FF2B5EF4-FFF2-40B4-BE49-F238E27FC236}">
                <a16:creationId xmlns:a16="http://schemas.microsoft.com/office/drawing/2014/main" id="{63C9AE18-58E7-4827-BEA7-8055F5CC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4495800"/>
            <a:ext cx="207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Fuente</a:t>
            </a:r>
          </a:p>
        </p:txBody>
      </p:sp>
      <p:sp>
        <p:nvSpPr>
          <p:cNvPr id="78" name="flow-body-2">
            <a:extLst xmlns:a="http://schemas.openxmlformats.org/drawingml/2006/main">
              <a:ext uri="{FF2B5EF4-FFF2-40B4-BE49-F238E27FC236}">
                <a16:creationId xmlns:a16="http://schemas.microsoft.com/office/drawing/2014/main" id="{CBAF62C6-AB04-4158-ABE4-601ADCC7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5105400"/>
            <a:ext cx="2117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campos y grano</a:t>
            </a:r>
          </a:p>
        </p:txBody>
      </p:sp>
      <p:sp>
        <p:nvSpPr>
          <p:cNvPr id="7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101EB151-93C0-4FE7-BB79-1991AE36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709400" y="490537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80" name="flow-step-3">
            <a:extLst xmlns:a="http://schemas.openxmlformats.org/drawingml/2006/main">
              <a:ext uri="{FF2B5EF4-FFF2-40B4-BE49-F238E27FC236}">
                <a16:creationId xmlns:a16="http://schemas.microsoft.com/office/drawing/2014/main" id="{8D3E63A6-E252-436C-A34C-894D2F94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905250"/>
            <a:ext cx="2460625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81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EE5E6FD0-C885-41A3-9134-D603F760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0386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2" name="flow-head-3">
            <a:extLst xmlns:a="http://schemas.openxmlformats.org/drawingml/2006/main">
              <a:ext uri="{FF2B5EF4-FFF2-40B4-BE49-F238E27FC236}">
                <a16:creationId xmlns:a16="http://schemas.microsoft.com/office/drawing/2014/main" id="{D3DA1A09-FCAE-47A3-810F-7748AEC6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495800"/>
            <a:ext cx="207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Modelo</a:t>
            </a:r>
          </a:p>
        </p:txBody>
      </p:sp>
      <p:sp>
        <p:nvSpPr>
          <p:cNvPr id="83" name="flow-body-3">
            <a:extLst xmlns:a="http://schemas.openxmlformats.org/drawingml/2006/main">
              <a:ext uri="{FF2B5EF4-FFF2-40B4-BE49-F238E27FC236}">
                <a16:creationId xmlns:a16="http://schemas.microsoft.com/office/drawing/2014/main" id="{395C8689-22F8-4E0E-BD64-2C2D5B2E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5105400"/>
            <a:ext cx="2117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relaciones</a:t>
            </a:r>
          </a:p>
        </p:txBody>
      </p:sp>
      <p:sp>
        <p:nvSpPr>
          <p:cNvPr id="84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678CF5BF-6734-44A1-BFB1-DF16E596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79575" y="490537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85" name="flow-step-4">
            <a:extLst xmlns:a="http://schemas.openxmlformats.org/drawingml/2006/main">
              <a:ext uri="{FF2B5EF4-FFF2-40B4-BE49-F238E27FC236}">
                <a16:creationId xmlns:a16="http://schemas.microsoft.com/office/drawing/2014/main" id="{D1C3F474-414F-49D4-9F64-B901AFAF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8950" y="3905250"/>
            <a:ext cx="2460625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86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DF58614C-C427-4DD0-8EF4-862E43BC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350" y="40386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7" name="flow-head-4">
            <a:extLst xmlns:a="http://schemas.openxmlformats.org/drawingml/2006/main">
              <a:ext uri="{FF2B5EF4-FFF2-40B4-BE49-F238E27FC236}">
                <a16:creationId xmlns:a16="http://schemas.microsoft.com/office/drawing/2014/main" id="{B5E23129-1A19-4C5D-B161-8E016B19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9450" y="4495800"/>
            <a:ext cx="207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Arquitectura</a:t>
            </a:r>
          </a:p>
        </p:txBody>
      </p:sp>
      <p:sp>
        <p:nvSpPr>
          <p:cNvPr id="88" name="flow-body-4">
            <a:extLst xmlns:a="http://schemas.openxmlformats.org/drawingml/2006/main">
              <a:ext uri="{FF2B5EF4-FFF2-40B4-BE49-F238E27FC236}">
                <a16:creationId xmlns:a16="http://schemas.microsoft.com/office/drawing/2014/main" id="{84592EEF-7168-40CE-A35D-28A86E47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5105400"/>
            <a:ext cx="2117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flujo y controles</a:t>
            </a:r>
          </a:p>
        </p:txBody>
      </p:sp>
      <p:sp>
        <p:nvSpPr>
          <p:cNvPr id="89" name="flow-step-5">
            <a:extLst xmlns:a="http://schemas.openxmlformats.org/drawingml/2006/main">
              <a:ext uri="{FF2B5EF4-FFF2-40B4-BE49-F238E27FC236}">
                <a16:creationId xmlns:a16="http://schemas.microsoft.com/office/drawing/2014/main" id="{218D6136-364C-4E97-BA99-B646050A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9125" y="3905250"/>
            <a:ext cx="2460625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90" name="flow-index-5">
            <a:extLst xmlns:a="http://schemas.openxmlformats.org/drawingml/2006/main">
              <a:ext uri="{FF2B5EF4-FFF2-40B4-BE49-F238E27FC236}">
                <a16:creationId xmlns:a16="http://schemas.microsoft.com/office/drawing/2014/main" id="{E9A31EE3-8A6A-4080-B27F-02EEA3A9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1525" y="40386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91" name="flow-head-5">
            <a:extLst xmlns:a="http://schemas.openxmlformats.org/drawingml/2006/main">
              <a:ext uri="{FF2B5EF4-FFF2-40B4-BE49-F238E27FC236}">
                <a16:creationId xmlns:a16="http://schemas.microsoft.com/office/drawing/2014/main" id="{F4DE4A69-8778-4ADF-A9DE-FF0F5ACB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9625" y="4495800"/>
            <a:ext cx="207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Trade-off</a:t>
            </a:r>
          </a:p>
        </p:txBody>
      </p:sp>
      <p:sp>
        <p:nvSpPr>
          <p:cNvPr id="92" name="flow-body-5">
            <a:extLst xmlns:a="http://schemas.openxmlformats.org/drawingml/2006/main">
              <a:ext uri="{FF2B5EF4-FFF2-40B4-BE49-F238E27FC236}">
                <a16:creationId xmlns:a16="http://schemas.microsoft.com/office/drawing/2014/main" id="{55F200A6-A632-44DB-8877-92459B73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0575" y="5105400"/>
            <a:ext cx="2117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costo aceptado</a:t>
            </a:r>
          </a:p>
        </p:txBody>
      </p:sp>
      <p:sp>
        <p:nvSpPr>
          <p:cNvPr id="93" name="flow-callout">
            <a:extLst xmlns:a="http://schemas.openxmlformats.org/drawingml/2006/main">
              <a:ext uri="{FF2B5EF4-FFF2-40B4-BE49-F238E27FC236}">
                <a16:creationId xmlns:a16="http://schemas.microsoft.com/office/drawing/2014/main" id="{A77F0D8D-8A80-4CCA-AF0E-6D9A7EDB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000875"/>
            <a:ext cx="1314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F497D"/>
                </a:solidFill>
                <a:latin typeface="Aptos"/>
                <a:ea typeface="Aptos"/>
                <a:cs typeface="Aptos"/>
              </a:rPr>
              <a:t>Cada elemento debe justificar al siguiente.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  <a:endParaRPr sz="4350" b="1">
              <a:solidFill>
                <a:srgbClr val="1F497D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7ADB7885-9587-4C88-B6B4-93365690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3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3ae1e79e904993"/>
          <a:srcRect xmlns:a="http://schemas.openxmlformats.org/drawingml/2006/main" l="0" t="7843" r="0" b="7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B0C1E693-7F18-45C8-9AD6-1FFC8988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5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d078470a242a8"/>
          <a:srcRect xmlns:a="http://schemas.openxmlformats.org/drawingml/2006/main" l="17728" t="0" r="17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E8963839-C79B-4014-A0A9-B502FF45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7298581cd4b7a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35E0C3A7-1F9A-447E-B98E-F8E6A146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2E75F54C-1718-4CC2-8DA0-77F716DB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Una defensa muestra evidencias y controles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93E6182A-BF60-44EC-AADB-250A9510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F490F997-8997-4896-BB06-7582F3C2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HITO 1 · COHERENCIA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AB8D6465-7305-4581-9EF6-CC4ACB14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graphicFrame>
        <p:nvGraphicFramePr>
          <p:cNvPr id="113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754880"/>
                <a:gridCol w="5071872"/>
                <a:gridCol w="6022848"/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Afirmación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Evidencia visible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Pregunta de revisión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El KPI orienta una decisión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ficha completa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¿qué acción cambia?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La fuente alcanza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campos y grano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¿qué falta?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El modelo conserva significado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entidades y claves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¿qué se duplica?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La arquitectura es proporcional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componentes y responsables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¿qué riesgo controla?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1599EAE-9230-46F4-8A97-7D146E9F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6350000" h="9525000">
                <a:moveTo>
                  <a:pt x="0" y="9042400"/>
                </a:moveTo>
                <a:lnTo>
                  <a:pt x="0" y="482600"/>
                </a:lnTo>
                <a:cubicBezTo>
                  <a:pt x="0" y="215900"/>
                  <a:pt x="215900" y="0"/>
                  <a:pt x="482600" y="0"/>
                </a:cubicBezTo>
                <a:lnTo>
                  <a:pt x="5867400" y="0"/>
                </a:lnTo>
                <a:cubicBezTo>
                  <a:pt x="6134100" y="0"/>
                  <a:pt x="6350000" y="217170"/>
                  <a:pt x="6350000" y="482600"/>
                </a:cubicBezTo>
                <a:lnTo>
                  <a:pt x="6350000" y="9042400"/>
                </a:lnTo>
                <a:cubicBezTo>
                  <a:pt x="6350000" y="9309100"/>
                  <a:pt x="6134100" y="9525000"/>
                  <a:pt x="5867400" y="9525000"/>
                </a:cubicBezTo>
                <a:lnTo>
                  <a:pt x="482600" y="9525000"/>
                </a:lnTo>
                <a:cubicBezTo>
                  <a:pt x="217170" y="9525000"/>
                  <a:pt x="0" y="9309100"/>
                  <a:pt x="0" y="904240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B645A18-45DA-41BB-B67F-44E720A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29325" h="516787">
                <a:moveTo>
                  <a:pt x="21062" y="0"/>
                </a:moveTo>
                <a:lnTo>
                  <a:pt x="808264" y="0"/>
                </a:lnTo>
                <a:cubicBezTo>
                  <a:pt x="813849" y="0"/>
                  <a:pt x="819206" y="2219"/>
                  <a:pt x="823156" y="6169"/>
                </a:cubicBezTo>
                <a:cubicBezTo>
                  <a:pt x="827106" y="10119"/>
                  <a:pt x="829325" y="15476"/>
                  <a:pt x="829325" y="21062"/>
                </a:cubicBezTo>
                <a:lnTo>
                  <a:pt x="829325" y="495726"/>
                </a:lnTo>
                <a:cubicBezTo>
                  <a:pt x="829325" y="501312"/>
                  <a:pt x="827106" y="506669"/>
                  <a:pt x="823156" y="510619"/>
                </a:cubicBezTo>
                <a:cubicBezTo>
                  <a:pt x="819206" y="514568"/>
                  <a:pt x="813849" y="516787"/>
                  <a:pt x="808264" y="516787"/>
                </a:cubicBezTo>
                <a:lnTo>
                  <a:pt x="21062" y="516787"/>
                </a:lnTo>
                <a:cubicBezTo>
                  <a:pt x="15476" y="516787"/>
                  <a:pt x="10119" y="514568"/>
                  <a:pt x="6169" y="510619"/>
                </a:cubicBezTo>
                <a:cubicBezTo>
                  <a:pt x="2219" y="506669"/>
                  <a:pt x="0" y="501312"/>
                  <a:pt x="0" y="495726"/>
                </a:cubicBezTo>
                <a:lnTo>
                  <a:pt x="0" y="21062"/>
                </a:lnTo>
                <a:cubicBezTo>
                  <a:pt x="0" y="15476"/>
                  <a:pt x="2219" y="10119"/>
                  <a:pt x="6169" y="6169"/>
                </a:cubicBezTo>
                <a:cubicBezTo>
                  <a:pt x="10119" y="2219"/>
                  <a:pt x="15476" y="0"/>
                  <a:pt x="2106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4B9B017-FA3A-4B67-B447-67CF57E5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895E777F-304A-483E-AD78-5BAFE437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32323" y="0"/>
                </a:moveTo>
                <a:lnTo>
                  <a:pt x="235185" y="0"/>
                </a:lnTo>
                <a:cubicBezTo>
                  <a:pt x="308264" y="0"/>
                  <a:pt x="367507" y="59243"/>
                  <a:pt x="367507" y="132323"/>
                </a:cubicBezTo>
                <a:lnTo>
                  <a:pt x="367507" y="252450"/>
                </a:lnTo>
                <a:cubicBezTo>
                  <a:pt x="367507" y="325529"/>
                  <a:pt x="308264" y="384772"/>
                  <a:pt x="235185" y="384772"/>
                </a:cubicBezTo>
                <a:lnTo>
                  <a:pt x="132323" y="384772"/>
                </a:lnTo>
                <a:cubicBezTo>
                  <a:pt x="59243" y="384772"/>
                  <a:pt x="0" y="325529"/>
                  <a:pt x="0" y="252450"/>
                </a:cubicBezTo>
                <a:lnTo>
                  <a:pt x="0" y="132323"/>
                </a:lnTo>
                <a:cubicBezTo>
                  <a:pt x="0" y="59243"/>
                  <a:pt x="59243" y="0"/>
                  <a:pt x="13232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22F67D9-C70F-43B0-9119-013334F8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E20F117-83A3-4316-8680-A192D746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2456041-BEF3-4033-BC59-AE8E7FDC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82CB605-CAA5-42CA-B507-02BFB77B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AA16B0EF-85D9-44E6-9D81-21A0E3E2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BD0F58A-DE3D-4287-8F03-DF04BA64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87C4CE-3F87-4889-8059-17D1A3AE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8711D01-5E9C-43ED-A715-EF2A8393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12787" h="812787">
                <a:moveTo>
                  <a:pt x="0" y="0"/>
                </a:moveTo>
                <a:lnTo>
                  <a:pt x="812786" y="0"/>
                </a:lnTo>
                <a:lnTo>
                  <a:pt x="812786" y="812787"/>
                </a:lnTo>
                <a:lnTo>
                  <a:pt x="0" y="8127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73E0E5F-A81C-4E46-AD2D-53B3CCC2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4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64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E1AEF49F-B0A7-41FA-9696-CED7610F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4CD3D23-2ED3-4BD9-AEFB-B1A6A8CF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  <a:endParaRPr sz="1650" b="1">
              <a:solidFill>
                <a:srgbClr val="FFFFFF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CF87C25C-01A2-4727-B612-44373DCF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7E5DDDB-933E-4EDB-8B45-59ABA66C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F8E7F09-926C-491E-A20C-8170D086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EC9C4D18-444F-4F86-95CB-62116316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A33CE1BD-FDDF-4394-B584-278ED242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2C69D954-C7C9-4265-B933-11769380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C01D160F-BB8C-4120-99EE-5308C2A4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C95C0556-9450-4183-A70F-BB23459F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F699D9FF-4CD4-4B20-9AF1-74CF80D5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3"/>
                </a:lnTo>
                <a:lnTo>
                  <a:pt x="0" y="5149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1DD2DE10-3D86-489C-BE17-EE6AB81D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16EBDEB0-C238-487A-8BC5-675FBC81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1FA2A9ED-D814-4F81-BF6A-248A18C9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43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3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05A9C250-80BF-4D30-90DF-77B6F38C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119F38F8-3E4E-4BAE-8A7D-E9C7182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DB75F18F-2D8F-4655-9D4E-587F6511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0DC5DB04-51FC-4DDD-90C7-BDC4A387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8831C357-2367-4D26-855D-C1356995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86253085-92BB-4B37-9E0B-BAF67954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F1AC78EF-548D-416F-9D3B-39A1C025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  <a:endParaRPr sz="1982">
              <a:solidFill>
                <a:srgbClr val="FFFFFF"/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50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50360BEB-2406-4484-B3B7-98EBD2B9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21046766-6CDD-405B-9F7F-1FEE675C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664F1534-F388-448D-89C2-C415FA37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2696FB92-092A-4DA4-9485-F731CFC1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97C44366-DEBC-4C93-B14C-8DC4DF95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5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E9EC752C-2887-414F-A27E-8FC57CAF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33"/>
          </a:solidFill>
          <a:ln xmlns:a="http://schemas.openxmlformats.org/drawingml/2006/main" w="0">
            <a:noFill/>
          </a:ln>
        </p:spPr>
      </p:sp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fbfd612e6a4bb0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7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EE08A131-18A0-4818-A798-7BFB62A6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5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A033EC82-6B37-45F7-902A-2270D9BF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 trade-off incluye una condición de revisión</a:t>
            </a:r>
          </a:p>
        </p:txBody>
      </p:sp>
      <p:sp>
        <p:nvSpPr>
          <p:cNvPr id="59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C6D42BDF-415C-497F-9B83-825104FA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60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922A386D-23E7-48A8-A075-B596C88D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HITO 1 · DEFENSA</a:t>
            </a:r>
          </a:p>
        </p:txBody>
      </p:sp>
      <p:sp>
        <p:nvSpPr>
          <p:cNvPr id="61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2BBAC8DE-84B8-4039-BDE6-175056F5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8CD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CDD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2" name="compare-box-0">
            <a:extLst xmlns:a="http://schemas.openxmlformats.org/drawingml/2006/main">
              <a:ext uri="{FF2B5EF4-FFF2-40B4-BE49-F238E27FC236}">
                <a16:creationId xmlns:a16="http://schemas.microsoft.com/office/drawing/2014/main" id="{77964477-5228-4338-9573-2FB530BE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0"/>
            <a:ext cx="676275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D1D1D"/>
          </a:solidFill>
          <a:ln xmlns:a="http://schemas.openxmlformats.org/drawingml/2006/main" w="11430">
            <a:solidFill>
              <a:srgbClr val="515151"/>
            </a:solidFill>
            <a:prstDash val="solid"/>
          </a:ln>
        </p:spPr>
      </p:sp>
      <p:sp>
        <p:nvSpPr>
          <p:cNvPr id="63" name="compare-head-0">
            <a:extLst xmlns:a="http://schemas.openxmlformats.org/drawingml/2006/main">
              <a:ext uri="{FF2B5EF4-FFF2-40B4-BE49-F238E27FC236}">
                <a16:creationId xmlns:a16="http://schemas.microsoft.com/office/drawing/2014/main" id="{A0A0A1FA-0592-4E53-ADDA-925F348F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576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Beneficio</a:t>
            </a:r>
          </a:p>
        </p:txBody>
      </p:sp>
      <p:sp>
        <p:nvSpPr>
          <p:cNvPr id="64" name="compare-metric-0">
            <a:extLst xmlns:a="http://schemas.openxmlformats.org/drawingml/2006/main">
              <a:ext uri="{FF2B5EF4-FFF2-40B4-BE49-F238E27FC236}">
                <a16:creationId xmlns:a16="http://schemas.microsoft.com/office/drawing/2014/main" id="{8C1A47B6-E2B2-4736-A5AB-2F744514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81425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65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784DF4E7-B002-47AB-AEA2-72F25D58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57750"/>
            <a:ext cx="609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Ejemplo: menor demora con un servicio administrado.</a:t>
            </a:r>
          </a:p>
        </p:txBody>
      </p:sp>
      <p:sp>
        <p:nvSpPr>
          <p:cNvPr id="66" name="compare-box-1">
            <a:extLst xmlns:a="http://schemas.openxmlformats.org/drawingml/2006/main">
              <a:ext uri="{FF2B5EF4-FFF2-40B4-BE49-F238E27FC236}">
                <a16:creationId xmlns:a16="http://schemas.microsoft.com/office/drawing/2014/main" id="{80EE9573-4C22-465C-8BCC-CF6FB2CA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0"/>
            <a:ext cx="676275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32323"/>
          </a:solidFill>
          <a:ln xmlns:a="http://schemas.openxmlformats.org/drawingml/2006/main" w="11430">
            <a:solidFill>
              <a:srgbClr val="515151"/>
            </a:solidFill>
            <a:prstDash val="solid"/>
          </a:ln>
        </p:spPr>
      </p:sp>
      <p:sp>
        <p:nvSpPr>
          <p:cNvPr id="67" name="compare-head-1">
            <a:extLst xmlns:a="http://schemas.openxmlformats.org/drawingml/2006/main">
              <a:ext uri="{FF2B5EF4-FFF2-40B4-BE49-F238E27FC236}">
                <a16:creationId xmlns:a16="http://schemas.microsoft.com/office/drawing/2014/main" id="{E328BAF0-0BA0-4FA9-978D-48749570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8576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Costo</a:t>
            </a:r>
          </a:p>
        </p:txBody>
      </p:sp>
      <p:sp>
        <p:nvSpPr>
          <p:cNvPr id="68" name="compare-metric-1">
            <a:extLst xmlns:a="http://schemas.openxmlformats.org/drawingml/2006/main">
              <a:ext uri="{FF2B5EF4-FFF2-40B4-BE49-F238E27FC236}">
                <a16:creationId xmlns:a16="http://schemas.microsoft.com/office/drawing/2014/main" id="{8A7D44EA-8B4D-4A0E-B90E-6AFD42CA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781425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−</a:t>
            </a:r>
          </a:p>
        </p:txBody>
      </p:sp>
      <p:sp>
        <p:nvSpPr>
          <p:cNvPr id="69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29079E81-B644-47BA-9B71-9ABEE8C2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57750"/>
            <a:ext cx="609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Dependencia, costo variable y menor control.</a:t>
            </a:r>
          </a:p>
        </p:txBody>
      </p:sp>
      <p:sp>
        <p:nvSpPr>
          <p:cNvPr id="70" name="compare-bridge">
            <a:extLst xmlns:a="http://schemas.openxmlformats.org/drawingml/2006/main">
              <a:ext uri="{FF2B5EF4-FFF2-40B4-BE49-F238E27FC236}">
                <a16:creationId xmlns:a16="http://schemas.microsoft.com/office/drawing/2014/main" id="{EDF93A58-586B-4C42-94DC-22B45C9B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143750"/>
            <a:ext cx="1181100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71" name="compare-bridge-text">
            <a:extLst xmlns:a="http://schemas.openxmlformats.org/drawingml/2006/main">
              <a:ext uri="{FF2B5EF4-FFF2-40B4-BE49-F238E27FC236}">
                <a16:creationId xmlns:a16="http://schemas.microsoft.com/office/drawing/2014/main" id="{100B96B4-4D1D-4092-9F9E-B54D7E97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7286625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Condición: revisar si el costo mensual supera el umbral acordado.</a:t>
            </a:r>
          </a:p>
        </p:txBody>
      </p:sp>
    </p:spTree>
    <p:extLst>
      <p:ext uri="{BB962C8B-B14F-4D97-AF65-F5344CB8AC3E}">
        <p14:creationId xmlns:p14="http://schemas.microsoft.com/office/powerpoint/2010/main" val="6941003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0BD0E602-F13E-4BF1-953B-0A8654FC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17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e0a59a6764075"/>
          <a:srcRect xmlns:a="http://schemas.openxmlformats.org/drawingml/2006/main" l="0" t="7551" r="0" b="75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805B87B5-C521-4D92-847B-49C2C9D1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19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ded083a7d40f4"/>
          <a:srcRect xmlns:a="http://schemas.openxmlformats.org/drawingml/2006/main" l="22788" t="0" r="227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3D9B15AB-33CA-426B-BD98-EC2D5959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b097e3dea4bb5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8461D0E1-6BEB-4EC9-A606-33D77355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4AEC5440-5863-43A3-8047-3D9C0FEE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 evidencia registra la contribución del equipo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1BE60876-382F-4D15-AD28-1FF502C2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0F24DA48-89DA-470B-A96D-522449CE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HITO 1 · PARTICIPACIÓN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441D9F73-1975-4668-9250-E1E8AFA5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4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58530D3F-FF38-456A-ABAC-C76C1582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65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A87E8FE2-9B35-485C-A207-09BFFABE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48075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Decisiones</a:t>
            </a:r>
          </a:p>
        </p:txBody>
      </p:sp>
      <p:sp>
        <p:nvSpPr>
          <p:cNvPr id="66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34887043-7D54-42A9-A44E-DE871672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14825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registro de acuerdos</a:t>
            </a:r>
          </a:p>
        </p:txBody>
      </p:sp>
      <p:sp>
        <p:nvSpPr>
          <p:cNvPr id="67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38DEB00E-3BE9-4A19-9F4A-7C85839C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3476625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68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2F22E4EE-4E89-4FA4-B8A6-27792AE6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3648075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Artefactos</a:t>
            </a:r>
          </a:p>
        </p:txBody>
      </p:sp>
      <p:sp>
        <p:nvSpPr>
          <p:cNvPr id="69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08D8DF9A-C847-4D4B-9359-7355D50D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4314825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fuentes, consultas y diagramas</a:t>
            </a:r>
          </a:p>
        </p:txBody>
      </p:sp>
      <p:sp>
        <p:nvSpPr>
          <p:cNvPr id="70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AE2C75C4-9B9B-4538-B10A-E3425F2B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700" y="3476625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1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2CAD0505-835A-43F5-BAC0-2A355D58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3648075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Autoría</a:t>
            </a:r>
          </a:p>
        </p:txBody>
      </p:sp>
      <p:sp>
        <p:nvSpPr>
          <p:cNvPr id="72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AEDD5B95-F9E4-48FD-A574-1456E153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4314825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responsable de cada aporte</a:t>
            </a:r>
          </a:p>
        </p:txBody>
      </p:sp>
      <p:sp>
        <p:nvSpPr>
          <p:cNvPr id="73" name="worked-box-3">
            <a:extLst xmlns:a="http://schemas.openxmlformats.org/drawingml/2006/main">
              <a:ext uri="{FF2B5EF4-FFF2-40B4-BE49-F238E27FC236}">
                <a16:creationId xmlns:a16="http://schemas.microsoft.com/office/drawing/2014/main" id="{5A8CC99E-DE1E-437B-80BE-C4598443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76900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4" name="worked-head-3">
            <a:extLst xmlns:a="http://schemas.openxmlformats.org/drawingml/2006/main">
              <a:ext uri="{FF2B5EF4-FFF2-40B4-BE49-F238E27FC236}">
                <a16:creationId xmlns:a16="http://schemas.microsoft.com/office/drawing/2014/main" id="{5DE9338E-AB19-4ED8-A694-8F9EFB5E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48350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Comprensión</a:t>
            </a:r>
          </a:p>
        </p:txBody>
      </p:sp>
      <p:sp>
        <p:nvSpPr>
          <p:cNvPr id="75" name="worked-body-3">
            <a:extLst xmlns:a="http://schemas.openxmlformats.org/drawingml/2006/main">
              <a:ext uri="{FF2B5EF4-FFF2-40B4-BE49-F238E27FC236}">
                <a16:creationId xmlns:a16="http://schemas.microsoft.com/office/drawing/2014/main" id="{D71D2F67-83C5-42F6-9656-CE27A373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515100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cada persona explica el sistema</a:t>
            </a:r>
          </a:p>
        </p:txBody>
      </p:sp>
      <p:sp>
        <p:nvSpPr>
          <p:cNvPr id="76" name="worked-box-4">
            <a:extLst xmlns:a="http://schemas.openxmlformats.org/drawingml/2006/main">
              <a:ext uri="{FF2B5EF4-FFF2-40B4-BE49-F238E27FC236}">
                <a16:creationId xmlns:a16="http://schemas.microsoft.com/office/drawing/2014/main" id="{1B7E8F30-BF86-4D82-876C-9EC8FF93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5676900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7" name="worked-head-4">
            <a:extLst xmlns:a="http://schemas.openxmlformats.org/drawingml/2006/main">
              <a:ext uri="{FF2B5EF4-FFF2-40B4-BE49-F238E27FC236}">
                <a16:creationId xmlns:a16="http://schemas.microsoft.com/office/drawing/2014/main" id="{2599CF2D-C7E9-4E82-A5E5-048A9105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848350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Corrección</a:t>
            </a:r>
          </a:p>
        </p:txBody>
      </p:sp>
      <p:sp>
        <p:nvSpPr>
          <p:cNvPr id="78" name="worked-body-4">
            <a:extLst xmlns:a="http://schemas.openxmlformats.org/drawingml/2006/main">
              <a:ext uri="{FF2B5EF4-FFF2-40B4-BE49-F238E27FC236}">
                <a16:creationId xmlns:a16="http://schemas.microsoft.com/office/drawing/2014/main" id="{85000458-2347-45D1-B923-0C1EB90D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6515100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cambios después de la devolución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  <a:endParaRPr sz="4350" b="1">
              <a:solidFill>
                <a:srgbClr val="1F497D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A59D1684-F036-4883-96B0-E205D335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22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0968901ab457f"/>
          <a:srcRect xmlns:a="http://schemas.openxmlformats.org/drawingml/2006/main" l="0" t="28908" r="0" b="289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B848BB35-9DC1-4C27-A876-612494D2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24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c669a9ef6e4132"/>
          <a:srcRect xmlns:a="http://schemas.openxmlformats.org/drawingml/2006/main" l="17748" t="0" r="177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F6D7A32B-7BBB-41E2-B6D7-8B464099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2d73fb5bfa4913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E3CC7D1D-750C-406A-9C84-0D3D9D02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182D30F2-9955-4E61-94BB-75A3EAF3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Una API organiza el intercambio entre sistemas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FBA727DD-7496-496E-8ED8-C80A1358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BC072EA4-16A9-48B9-9FC3-0F729C37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INTERFACES · API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4FF7257C-177F-4C57-AB36-8D8F3334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4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BA79ED35-D0B7-404C-BFCA-CFE52CCB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48238" y="490537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65" name="flow-step-0">
            <a:extLst xmlns:a="http://schemas.openxmlformats.org/drawingml/2006/main">
              <a:ext uri="{FF2B5EF4-FFF2-40B4-BE49-F238E27FC236}">
                <a16:creationId xmlns:a16="http://schemas.microsoft.com/office/drawing/2014/main" id="{D8FEA270-036B-45CC-B03E-5E21F14F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3709988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66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BB92B1E4-BCB1-4454-B726-F7BC3D52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386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7" name="flow-head-0">
            <a:extLst xmlns:a="http://schemas.openxmlformats.org/drawingml/2006/main">
              <a:ext uri="{FF2B5EF4-FFF2-40B4-BE49-F238E27FC236}">
                <a16:creationId xmlns:a16="http://schemas.microsoft.com/office/drawing/2014/main" id="{185D21E4-3695-474C-A859-3E2BC878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2898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Cliente</a:t>
            </a:r>
          </a:p>
        </p:txBody>
      </p:sp>
      <p:sp>
        <p:nvSpPr>
          <p:cNvPr id="68" name="flow-body-0">
            <a:extLst xmlns:a="http://schemas.openxmlformats.org/drawingml/2006/main">
              <a:ext uri="{FF2B5EF4-FFF2-40B4-BE49-F238E27FC236}">
                <a16:creationId xmlns:a16="http://schemas.microsoft.com/office/drawing/2014/main" id="{41F6ACC6-2287-463D-B397-4D573567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05400"/>
            <a:ext cx="336708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formula una solicitud</a:t>
            </a:r>
          </a:p>
        </p:txBody>
      </p:sp>
      <p:sp>
        <p:nvSpPr>
          <p:cNvPr id="69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E808098-92BF-479E-9221-D868E577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82075" y="490537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70" name="flow-step-1">
            <a:extLst xmlns:a="http://schemas.openxmlformats.org/drawingml/2006/main">
              <a:ext uri="{FF2B5EF4-FFF2-40B4-BE49-F238E27FC236}">
                <a16:creationId xmlns:a16="http://schemas.microsoft.com/office/drawing/2014/main" id="{0E83BE16-503B-4297-AADC-C15DBA87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088" y="3905250"/>
            <a:ext cx="3709988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1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25F1E9DD-3533-4826-AB64-450E3F15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4488" y="40386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2" name="flow-head-1">
            <a:extLst xmlns:a="http://schemas.openxmlformats.org/drawingml/2006/main">
              <a:ext uri="{FF2B5EF4-FFF2-40B4-BE49-F238E27FC236}">
                <a16:creationId xmlns:a16="http://schemas.microsoft.com/office/drawing/2014/main" id="{4C4FC182-2C98-4146-9BCD-632AF415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588" y="4495800"/>
            <a:ext cx="332898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Endpoint</a:t>
            </a:r>
          </a:p>
        </p:txBody>
      </p:sp>
      <p:sp>
        <p:nvSpPr>
          <p:cNvPr id="73" name="flow-body-1">
            <a:extLst xmlns:a="http://schemas.openxmlformats.org/drawingml/2006/main">
              <a:ext uri="{FF2B5EF4-FFF2-40B4-BE49-F238E27FC236}">
                <a16:creationId xmlns:a16="http://schemas.microsoft.com/office/drawing/2014/main" id="{77A1562F-77DC-44AC-AFAA-E646DD92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538" y="5105400"/>
            <a:ext cx="336708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ubica el recurso</a:t>
            </a:r>
          </a:p>
        </p:txBody>
      </p:sp>
      <p:sp>
        <p:nvSpPr>
          <p:cNvPr id="74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A7EFA047-F8F7-4C52-A684-FEA27F26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015913" y="490537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75" name="flow-step-2">
            <a:extLst xmlns:a="http://schemas.openxmlformats.org/drawingml/2006/main">
              <a:ext uri="{FF2B5EF4-FFF2-40B4-BE49-F238E27FC236}">
                <a16:creationId xmlns:a16="http://schemas.microsoft.com/office/drawing/2014/main" id="{2FDF160C-B849-4526-9EFA-11CCD4D8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905250"/>
            <a:ext cx="3709988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6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C85BF155-FF4E-4B61-833C-EA3B12F8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0386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7" name="flow-head-2">
            <a:extLst xmlns:a="http://schemas.openxmlformats.org/drawingml/2006/main">
              <a:ext uri="{FF2B5EF4-FFF2-40B4-BE49-F238E27FC236}">
                <a16:creationId xmlns:a16="http://schemas.microsoft.com/office/drawing/2014/main" id="{4ADD180B-55F0-4744-8649-2443F69D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495800"/>
            <a:ext cx="332898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Servidor</a:t>
            </a:r>
          </a:p>
        </p:txBody>
      </p:sp>
      <p:sp>
        <p:nvSpPr>
          <p:cNvPr id="78" name="flow-body-2">
            <a:extLst xmlns:a="http://schemas.openxmlformats.org/drawingml/2006/main">
              <a:ext uri="{FF2B5EF4-FFF2-40B4-BE49-F238E27FC236}">
                <a16:creationId xmlns:a16="http://schemas.microsoft.com/office/drawing/2014/main" id="{7CED161C-4D7F-4D77-8CC7-B5148826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105400"/>
            <a:ext cx="336708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procesa la operación</a:t>
            </a:r>
          </a:p>
        </p:txBody>
      </p:sp>
      <p:sp>
        <p:nvSpPr>
          <p:cNvPr id="79" name="flow-step-3">
            <a:extLst xmlns:a="http://schemas.openxmlformats.org/drawingml/2006/main">
              <a:ext uri="{FF2B5EF4-FFF2-40B4-BE49-F238E27FC236}">
                <a16:creationId xmlns:a16="http://schemas.microsoft.com/office/drawing/2014/main" id="{ECF1C686-3F5C-4389-97AA-B1AFACEC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9763" y="3905250"/>
            <a:ext cx="3709988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80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1C8F090B-2BFF-4F3A-A9F6-CE6EDDC1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2163" y="40386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1" name="flow-head-3">
            <a:extLst xmlns:a="http://schemas.openxmlformats.org/drawingml/2006/main">
              <a:ext uri="{FF2B5EF4-FFF2-40B4-BE49-F238E27FC236}">
                <a16:creationId xmlns:a16="http://schemas.microsoft.com/office/drawing/2014/main" id="{C1806883-5E2B-4A88-A167-86099632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0263" y="4495800"/>
            <a:ext cx="332898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Respuesta</a:t>
            </a:r>
          </a:p>
        </p:txBody>
      </p:sp>
      <p:sp>
        <p:nvSpPr>
          <p:cNvPr id="82" name="flow-body-3">
            <a:extLst xmlns:a="http://schemas.openxmlformats.org/drawingml/2006/main">
              <a:ext uri="{FF2B5EF4-FFF2-40B4-BE49-F238E27FC236}">
                <a16:creationId xmlns:a16="http://schemas.microsoft.com/office/drawing/2014/main" id="{B4B914D2-A1C6-4DEB-858D-94C88170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213" y="5105400"/>
            <a:ext cx="336708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devuelve estado y datos</a:t>
            </a:r>
          </a:p>
        </p:txBody>
      </p:sp>
      <p:sp>
        <p:nvSpPr>
          <p:cNvPr id="83" name="flow-callout">
            <a:extLst xmlns:a="http://schemas.openxmlformats.org/drawingml/2006/main">
              <a:ext uri="{FF2B5EF4-FFF2-40B4-BE49-F238E27FC236}">
                <a16:creationId xmlns:a16="http://schemas.microsoft.com/office/drawing/2014/main" id="{EE4F897C-295E-4487-B84B-C467004A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000875"/>
            <a:ext cx="1314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F497D"/>
                </a:solidFill>
                <a:latin typeface="Aptos"/>
                <a:ea typeface="Aptos"/>
                <a:cs typeface="Aptos"/>
              </a:rPr>
              <a:t>El contrato define estructura, permisos y límites de uso.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B7AEB15C-123E-4113-83B6-6F70D0EC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18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25e258e1f4826"/>
          <a:srcRect xmlns:a="http://schemas.openxmlformats.org/drawingml/2006/main" l="0" t="7843" r="0" b="7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63EF9CD9-A086-42CF-8161-E534E3E9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20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9ff5ff58d4a68"/>
          <a:srcRect xmlns:a="http://schemas.openxmlformats.org/drawingml/2006/main" l="17748" t="0" r="177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FF2FC9FF-9D33-498F-AD47-6E5AC992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85ea05231f4ed0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3816681F-921C-4DBD-A5A0-FE18ADE6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DC5E8951-785E-4BA6-ACFC-F32FBBFA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Una solicitud reúne dirección, método y parámetros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EE0907E5-3BAB-4524-A802-B58A218C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9F9EAA19-CAF2-415E-A376-D76931B2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API · REQUEST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9EA83D81-80E3-4F3B-83E0-E75A8BA2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4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1E92B596-6B78-45ED-A78A-DDF19BF2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65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33E9C2F8-0E61-41DC-9324-B17E89C4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48075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Endpoint</a:t>
            </a:r>
          </a:p>
        </p:txBody>
      </p:sp>
      <p:sp>
        <p:nvSpPr>
          <p:cNvPr id="66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7B578AFE-485E-41CA-8818-AE18CB41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14825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https://api.ejemplo.com/v1/eventos</a:t>
            </a:r>
          </a:p>
        </p:txBody>
      </p:sp>
      <p:sp>
        <p:nvSpPr>
          <p:cNvPr id="67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BA6CA44E-7FDE-40B9-936F-FB4F22E0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3476625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68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49106EF0-48E5-4011-A92B-9D23C617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3648075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Método</a:t>
            </a:r>
          </a:p>
        </p:txBody>
      </p:sp>
      <p:sp>
        <p:nvSpPr>
          <p:cNvPr id="69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38A88A0A-2450-45F0-8A49-B7588DA5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4314825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70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AC912A97-248A-4E39-93CB-64A3196B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700" y="3476625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1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246AEEBB-E298-4BC6-BF69-C21F2A0E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3648075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Parámetros</a:t>
            </a:r>
          </a:p>
        </p:txBody>
      </p:sp>
      <p:sp>
        <p:nvSpPr>
          <p:cNvPr id="72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D9D2036F-203D-499C-B42F-8AE768D3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4314825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desde=2026-09-01 · página=1</a:t>
            </a:r>
          </a:p>
        </p:txBody>
      </p:sp>
      <p:sp>
        <p:nvSpPr>
          <p:cNvPr id="73" name="worked-box-3">
            <a:extLst xmlns:a="http://schemas.openxmlformats.org/drawingml/2006/main">
              <a:ext uri="{FF2B5EF4-FFF2-40B4-BE49-F238E27FC236}">
                <a16:creationId xmlns:a16="http://schemas.microsoft.com/office/drawing/2014/main" id="{7FA36091-E6EF-4D2A-819A-B1A24DF2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76900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4" name="worked-head-3">
            <a:extLst xmlns:a="http://schemas.openxmlformats.org/drawingml/2006/main">
              <a:ext uri="{FF2B5EF4-FFF2-40B4-BE49-F238E27FC236}">
                <a16:creationId xmlns:a16="http://schemas.microsoft.com/office/drawing/2014/main" id="{A0F82847-F662-4C83-967E-CBE172F7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48350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Headers</a:t>
            </a:r>
          </a:p>
        </p:txBody>
      </p:sp>
      <p:sp>
        <p:nvSpPr>
          <p:cNvPr id="75" name="worked-body-3">
            <a:extLst xmlns:a="http://schemas.openxmlformats.org/drawingml/2006/main">
              <a:ext uri="{FF2B5EF4-FFF2-40B4-BE49-F238E27FC236}">
                <a16:creationId xmlns:a16="http://schemas.microsoft.com/office/drawing/2014/main" id="{F76A5C49-0E32-4A1B-811E-37D87132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515100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Accept: application/json</a:t>
            </a:r>
          </a:p>
        </p:txBody>
      </p:sp>
      <p:sp>
        <p:nvSpPr>
          <p:cNvPr id="76" name="worked-box-4">
            <a:extLst xmlns:a="http://schemas.openxmlformats.org/drawingml/2006/main">
              <a:ext uri="{FF2B5EF4-FFF2-40B4-BE49-F238E27FC236}">
                <a16:creationId xmlns:a16="http://schemas.microsoft.com/office/drawing/2014/main" id="{F1D86F92-4B19-43CA-BFBC-CD643F60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5676900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7" name="worked-head-4">
            <a:extLst xmlns:a="http://schemas.openxmlformats.org/drawingml/2006/main">
              <a:ext uri="{FF2B5EF4-FFF2-40B4-BE49-F238E27FC236}">
                <a16:creationId xmlns:a16="http://schemas.microsoft.com/office/drawing/2014/main" id="{729BA5C5-D179-4629-AFA2-00688AB6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848350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Autorización</a:t>
            </a:r>
          </a:p>
        </p:txBody>
      </p:sp>
      <p:sp>
        <p:nvSpPr>
          <p:cNvPr id="78" name="worked-body-4">
            <a:extLst xmlns:a="http://schemas.openxmlformats.org/drawingml/2006/main">
              <a:ext uri="{FF2B5EF4-FFF2-40B4-BE49-F238E27FC236}">
                <a16:creationId xmlns:a16="http://schemas.microsoft.com/office/drawing/2014/main" id="{6FCAE3A4-AC6B-47DE-89DC-6D727172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6515100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Bearer &lt;token&gt;</a:t>
            </a:r>
          </a:p>
        </p:txBody>
      </p:sp>
      <p:sp>
        <p:nvSpPr>
          <p:cNvPr id="79" name="worked-caption">
            <a:extLst xmlns:a="http://schemas.openxmlformats.org/drawingml/2006/main">
              <a:ext uri="{FF2B5EF4-FFF2-40B4-BE49-F238E27FC236}">
                <a16:creationId xmlns:a16="http://schemas.microsoft.com/office/drawing/2014/main" id="{27985D1F-7759-4005-8968-1E11539D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715250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497D"/>
                </a:solidFill>
                <a:latin typeface="Aptos"/>
                <a:ea typeface="Aptos"/>
                <a:cs typeface="Aptos"/>
              </a:rPr>
              <a:t>Timeout y política de reintentos forman parte del cliente.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1599EAE-9230-46F4-8A97-7D146E9F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6350000" h="9525000">
                <a:moveTo>
                  <a:pt x="0" y="9042400"/>
                </a:moveTo>
                <a:lnTo>
                  <a:pt x="0" y="482600"/>
                </a:lnTo>
                <a:cubicBezTo>
                  <a:pt x="0" y="215900"/>
                  <a:pt x="215900" y="0"/>
                  <a:pt x="482600" y="0"/>
                </a:cubicBezTo>
                <a:lnTo>
                  <a:pt x="5867400" y="0"/>
                </a:lnTo>
                <a:cubicBezTo>
                  <a:pt x="6134100" y="0"/>
                  <a:pt x="6350000" y="217170"/>
                  <a:pt x="6350000" y="482600"/>
                </a:cubicBezTo>
                <a:lnTo>
                  <a:pt x="6350000" y="9042400"/>
                </a:lnTo>
                <a:cubicBezTo>
                  <a:pt x="6350000" y="9309100"/>
                  <a:pt x="6134100" y="9525000"/>
                  <a:pt x="5867400" y="9525000"/>
                </a:cubicBezTo>
                <a:lnTo>
                  <a:pt x="482600" y="9525000"/>
                </a:lnTo>
                <a:cubicBezTo>
                  <a:pt x="217170" y="9525000"/>
                  <a:pt x="0" y="9309100"/>
                  <a:pt x="0" y="904240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B645A18-45DA-41BB-B67F-44E720A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29325" h="516787">
                <a:moveTo>
                  <a:pt x="21062" y="0"/>
                </a:moveTo>
                <a:lnTo>
                  <a:pt x="808264" y="0"/>
                </a:lnTo>
                <a:cubicBezTo>
                  <a:pt x="813849" y="0"/>
                  <a:pt x="819206" y="2219"/>
                  <a:pt x="823156" y="6169"/>
                </a:cubicBezTo>
                <a:cubicBezTo>
                  <a:pt x="827106" y="10119"/>
                  <a:pt x="829325" y="15476"/>
                  <a:pt x="829325" y="21062"/>
                </a:cubicBezTo>
                <a:lnTo>
                  <a:pt x="829325" y="495726"/>
                </a:lnTo>
                <a:cubicBezTo>
                  <a:pt x="829325" y="501312"/>
                  <a:pt x="827106" y="506669"/>
                  <a:pt x="823156" y="510619"/>
                </a:cubicBezTo>
                <a:cubicBezTo>
                  <a:pt x="819206" y="514568"/>
                  <a:pt x="813849" y="516787"/>
                  <a:pt x="808264" y="516787"/>
                </a:cubicBezTo>
                <a:lnTo>
                  <a:pt x="21062" y="516787"/>
                </a:lnTo>
                <a:cubicBezTo>
                  <a:pt x="15476" y="516787"/>
                  <a:pt x="10119" y="514568"/>
                  <a:pt x="6169" y="510619"/>
                </a:cubicBezTo>
                <a:cubicBezTo>
                  <a:pt x="2219" y="506669"/>
                  <a:pt x="0" y="501312"/>
                  <a:pt x="0" y="495726"/>
                </a:cubicBezTo>
                <a:lnTo>
                  <a:pt x="0" y="21062"/>
                </a:lnTo>
                <a:cubicBezTo>
                  <a:pt x="0" y="15476"/>
                  <a:pt x="2219" y="10119"/>
                  <a:pt x="6169" y="6169"/>
                </a:cubicBezTo>
                <a:cubicBezTo>
                  <a:pt x="10119" y="2219"/>
                  <a:pt x="15476" y="0"/>
                  <a:pt x="2106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4B9B017-FA3A-4B67-B447-67CF57E5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895E777F-304A-483E-AD78-5BAFE437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32323" y="0"/>
                </a:moveTo>
                <a:lnTo>
                  <a:pt x="235185" y="0"/>
                </a:lnTo>
                <a:cubicBezTo>
                  <a:pt x="308264" y="0"/>
                  <a:pt x="367507" y="59243"/>
                  <a:pt x="367507" y="132323"/>
                </a:cubicBezTo>
                <a:lnTo>
                  <a:pt x="367507" y="252450"/>
                </a:lnTo>
                <a:cubicBezTo>
                  <a:pt x="367507" y="325529"/>
                  <a:pt x="308264" y="384772"/>
                  <a:pt x="235185" y="384772"/>
                </a:cubicBezTo>
                <a:lnTo>
                  <a:pt x="132323" y="384772"/>
                </a:lnTo>
                <a:cubicBezTo>
                  <a:pt x="59243" y="384772"/>
                  <a:pt x="0" y="325529"/>
                  <a:pt x="0" y="252450"/>
                </a:cubicBezTo>
                <a:lnTo>
                  <a:pt x="0" y="132323"/>
                </a:lnTo>
                <a:cubicBezTo>
                  <a:pt x="0" y="59243"/>
                  <a:pt x="59243" y="0"/>
                  <a:pt x="13232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22F67D9-C70F-43B0-9119-013334F8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E20F117-83A3-4316-8680-A192D746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2456041-BEF3-4033-BC59-AE8E7FDC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82CB605-CAA5-42CA-B507-02BFB77B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AA16B0EF-85D9-44E6-9D81-21A0E3E2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BD0F58A-DE3D-4287-8F03-DF04BA64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87C4CE-3F87-4889-8059-17D1A3AE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8711D01-5E9C-43ED-A715-EF2A8393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12787" h="812787">
                <a:moveTo>
                  <a:pt x="0" y="0"/>
                </a:moveTo>
                <a:lnTo>
                  <a:pt x="812786" y="0"/>
                </a:lnTo>
                <a:lnTo>
                  <a:pt x="812786" y="812787"/>
                </a:lnTo>
                <a:lnTo>
                  <a:pt x="0" y="8127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73E0E5F-A81C-4E46-AD2D-53B3CCC2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7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57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E1AEF49F-B0A7-41FA-9696-CED7610F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39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39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4CD3D23-2ED3-4BD9-AEFB-B1A6A8CF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E1F9248F-9376-4788-ADAD-0D780A7F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66"/>
              </a:lnSpc>
              <a:spcBef>
                <a:spcPct val="0"/>
              </a:spcBef>
              <a:buNone/>
            </a:pPr>
            <a:r>
              <a:rPr sz="2047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69B5A1B1-7A28-495A-A632-03F6F6C7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6"/>
              </a:lnSpc>
              <a:spcBef>
                <a:spcPct val="0"/>
              </a:spcBef>
              <a:buNone/>
            </a:pPr>
            <a:r>
              <a:rPr sz="1754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CF87C25C-01A2-4727-B612-44373DCF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7E5DDDB-933E-4EDB-8B45-59ABA66C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F8E7F09-926C-491E-A20C-8170D086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EC9C4D18-444F-4F86-95CB-62116316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A33CE1BD-FDDF-4394-B584-278ED242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2C69D954-C7C9-4265-B933-11769380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C01D160F-BB8C-4120-99EE-5308C2A4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C95C0556-9450-4183-A70F-BB23459F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F699D9FF-4CD4-4B20-9AF1-74CF80D5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3"/>
                </a:lnTo>
                <a:lnTo>
                  <a:pt x="0" y="5149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1DD2DE10-3D86-489C-BE17-EE6AB81D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16EBDEB0-C238-487A-8BC5-675FBC81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1FA2A9ED-D814-4F81-BF6A-248A18C9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05A9C250-80BF-4D30-90DF-77B6F38C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119F38F8-3E4E-4BAE-8A7D-E9C7182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DB75F18F-2D8F-4655-9D4E-587F6511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0DC5DB04-51FC-4DDD-90C7-BDC4A387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8831C357-2367-4D26-855D-C1356995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86253085-92BB-4B37-9E0B-BAF67954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F1AC78EF-548D-416F-9D3B-39A1C025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50360BEB-2406-4484-B3B7-98EBD2B9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21046766-6CDD-405B-9F7F-1FEE675C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664F1534-F388-448D-89C2-C415FA37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2696FB92-092A-4DA4-9485-F731CFC1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97C44366-DEBC-4C93-B14C-8DC4DF95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E60621AD-D025-43C4-9806-5D6C20C8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66"/>
              </a:lnSpc>
              <a:spcBef>
                <a:spcPct val="0"/>
              </a:spcBef>
              <a:buNone/>
            </a:pPr>
            <a:r>
              <a:rPr sz="2047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7897EC55-B0A7-4D70-8CB3-ADCCF0FA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6"/>
              </a:lnSpc>
              <a:spcBef>
                <a:spcPct val="0"/>
              </a:spcBef>
              <a:buNone/>
            </a:pPr>
            <a:r>
              <a:rPr sz="1754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9ADE3C14-D645-4372-8826-FFD97406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33"/>
          </a:solidFill>
          <a:ln xmlns:a="http://schemas.openxmlformats.org/drawingml/2006/main" w="0">
            <a:noFill/>
          </a:ln>
        </p:spPr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cfc90e94d4371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237B2719-21BC-4465-B00F-453E890E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F044E195-A016-4D55-A4E4-785442F8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El estado HTTP orienta el diagnóstico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6C834E35-E8A5-4312-AD70-3092A891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F884FCD3-AF24-4708-97C2-BAD7C177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API · RESPONSE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F7765F8D-7C9A-4304-88FE-DDA609F1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8CD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CDD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graphicFrame>
        <p:nvGraphicFramePr>
          <p:cNvPr id="115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4552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52928"/>
                <a:gridCol w="5864352"/>
                <a:gridCol w="7132320"/>
              </a:tblGrid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11111"/>
                          </a:solidFill>
                        </a:rPr>
                        <a:t>Código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11111"/>
                          </a:solidFill>
                        </a:rPr>
                        <a:t>Lectura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11111"/>
                          </a:solidFill>
                        </a:rPr>
                        <a:t>Acción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FFFFFF"/>
                          </a:solidFill>
                        </a:rPr>
                        <a:t>200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FFFFFF"/>
                          </a:solidFill>
                        </a:rPr>
                        <a:t>solicitud procesada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FFFFFF"/>
                          </a:solidFill>
                        </a:rPr>
                        <a:t>validar esquema y contenido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FFFFFF"/>
                          </a:solidFill>
                        </a:rPr>
                        <a:t>400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FFFFFF"/>
                          </a:solidFill>
                        </a:rPr>
                        <a:t>parámetros inválidos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FFFFFF"/>
                          </a:solidFill>
                        </a:rPr>
                        <a:t>revisar documentación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FFFFFF"/>
                          </a:solidFill>
                        </a:rPr>
                        <a:t>401 / 403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FFFFFF"/>
                          </a:solidFill>
                        </a:rPr>
                        <a:t>credencial o permiso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FFFFFF"/>
                          </a:solidFill>
                        </a:rPr>
                        <a:t>verificar alcance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FFFFFF"/>
                          </a:solidFill>
                        </a:rPr>
                        <a:t>429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FFFFFF"/>
                          </a:solidFill>
                        </a:rPr>
                        <a:t>límite alcanzado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FFFFFF"/>
                          </a:solidFill>
                        </a:rPr>
                        <a:t>esperar y reintentar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FFFFFF"/>
                          </a:solidFill>
                        </a:rPr>
                        <a:t>500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FFFFFF"/>
                          </a:solidFill>
                        </a:rPr>
                        <a:t>falla del servidor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FFFFFF"/>
                          </a:solidFill>
                        </a:rPr>
                        <a:t>registrar y reintentar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41003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0976F508-1CA3-47E1-B9EF-C2AD6013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12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fe0a217a5490a"/>
          <a:srcRect xmlns:a="http://schemas.openxmlformats.org/drawingml/2006/main" l="0" t="7817" r="0" b="78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A722F932-00AD-458D-8937-1C17F44C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14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d94b68fd1420b"/>
          <a:srcRect xmlns:a="http://schemas.openxmlformats.org/drawingml/2006/main" l="17728" t="0" r="17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888EB61F-ADC7-4642-9A4E-D9DDD728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33"/>
          </a:solidFill>
          <a:ln xmlns:a="http://schemas.openxmlformats.org/drawingml/2006/main" w="0">
            <a:noFill/>
          </a:ln>
        </p:spPr>
      </p:sp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70af225124d52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624313AC-454E-460F-A131-BBF98DDC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313C73C3-1C8F-4D63-AD45-2AB8DBF6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autenticación separa identidad y permiso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C5C96EBE-D529-4AC1-98C9-B1C16D66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F938B0CD-F342-4886-9041-97EB5B05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API · ACCESO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1C76DB8E-4A59-4718-924B-B611AA30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8CD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CDD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4" name="compare-box-0">
            <a:extLst xmlns:a="http://schemas.openxmlformats.org/drawingml/2006/main">
              <a:ext uri="{FF2B5EF4-FFF2-40B4-BE49-F238E27FC236}">
                <a16:creationId xmlns:a16="http://schemas.microsoft.com/office/drawing/2014/main" id="{0EE3110A-9A9D-4A0A-A347-DE8BA89C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0"/>
            <a:ext cx="676275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D1D1D"/>
          </a:solidFill>
          <a:ln xmlns:a="http://schemas.openxmlformats.org/drawingml/2006/main" w="11430">
            <a:solidFill>
              <a:srgbClr val="515151"/>
            </a:solidFill>
            <a:prstDash val="solid"/>
          </a:ln>
        </p:spPr>
      </p:sp>
      <p:sp>
        <p:nvSpPr>
          <p:cNvPr id="65" name="compare-head-0">
            <a:extLst xmlns:a="http://schemas.openxmlformats.org/drawingml/2006/main">
              <a:ext uri="{FF2B5EF4-FFF2-40B4-BE49-F238E27FC236}">
                <a16:creationId xmlns:a16="http://schemas.microsoft.com/office/drawing/2014/main" id="{A300D302-148A-4489-B152-AA5F31CA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576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Identidad</a:t>
            </a:r>
          </a:p>
        </p:txBody>
      </p:sp>
      <p:sp>
        <p:nvSpPr>
          <p:cNvPr id="66" name="compare-metric-0">
            <a:extLst xmlns:a="http://schemas.openxmlformats.org/drawingml/2006/main">
              <a:ext uri="{FF2B5EF4-FFF2-40B4-BE49-F238E27FC236}">
                <a16:creationId xmlns:a16="http://schemas.microsoft.com/office/drawing/2014/main" id="{842B98C0-DFAD-4C40-91A7-DE5F4A56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81425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token</a:t>
            </a:r>
          </a:p>
        </p:txBody>
      </p:sp>
      <p:sp>
        <p:nvSpPr>
          <p:cNvPr id="67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4074A777-70BB-428A-B2F9-E6B4DD3B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57750"/>
            <a:ext cx="609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Indica quién realiza la solicitud.</a:t>
            </a:r>
          </a:p>
        </p:txBody>
      </p:sp>
      <p:sp>
        <p:nvSpPr>
          <p:cNvPr id="68" name="compare-box-1">
            <a:extLst xmlns:a="http://schemas.openxmlformats.org/drawingml/2006/main">
              <a:ext uri="{FF2B5EF4-FFF2-40B4-BE49-F238E27FC236}">
                <a16:creationId xmlns:a16="http://schemas.microsoft.com/office/drawing/2014/main" id="{FC93E76C-DA5F-4A70-9E5C-38D4B003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0"/>
            <a:ext cx="676275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32323"/>
          </a:solidFill>
          <a:ln xmlns:a="http://schemas.openxmlformats.org/drawingml/2006/main" w="11430">
            <a:solidFill>
              <a:srgbClr val="515151"/>
            </a:solidFill>
            <a:prstDash val="solid"/>
          </a:ln>
        </p:spPr>
      </p:sp>
      <p:sp>
        <p:nvSpPr>
          <p:cNvPr id="69" name="compare-head-1">
            <a:extLst xmlns:a="http://schemas.openxmlformats.org/drawingml/2006/main">
              <a:ext uri="{FF2B5EF4-FFF2-40B4-BE49-F238E27FC236}">
                <a16:creationId xmlns:a16="http://schemas.microsoft.com/office/drawing/2014/main" id="{C59B9BA6-FB26-4294-BF0E-4A3867A5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8576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Alcance</a:t>
            </a:r>
          </a:p>
        </p:txBody>
      </p:sp>
      <p:sp>
        <p:nvSpPr>
          <p:cNvPr id="70" name="compare-metric-1">
            <a:extLst xmlns:a="http://schemas.openxmlformats.org/drawingml/2006/main">
              <a:ext uri="{FF2B5EF4-FFF2-40B4-BE49-F238E27FC236}">
                <a16:creationId xmlns:a16="http://schemas.microsoft.com/office/drawing/2014/main" id="{7471174E-3915-4733-9E11-FC76C1FE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781425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71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0D992EBB-69D5-4F86-86DD-CD913BFB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57750"/>
            <a:ext cx="609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Limita qué recursos o acciones están habilitados.</a:t>
            </a:r>
          </a:p>
        </p:txBody>
      </p:sp>
      <p:sp>
        <p:nvSpPr>
          <p:cNvPr id="72" name="compare-bridge">
            <a:extLst xmlns:a="http://schemas.openxmlformats.org/drawingml/2006/main">
              <a:ext uri="{FF2B5EF4-FFF2-40B4-BE49-F238E27FC236}">
                <a16:creationId xmlns:a16="http://schemas.microsoft.com/office/drawing/2014/main" id="{444EA62D-F973-46CA-87C0-B3F16C8E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143750"/>
            <a:ext cx="1181100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73" name="compare-bridge-text">
            <a:extLst xmlns:a="http://schemas.openxmlformats.org/drawingml/2006/main">
              <a:ext uri="{FF2B5EF4-FFF2-40B4-BE49-F238E27FC236}">
                <a16:creationId xmlns:a16="http://schemas.microsoft.com/office/drawing/2014/main" id="{EE05A82E-E520-40CB-9B36-22896724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7286625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Los secretos permanecen fuera del código, notebooks y entregas compartidas.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C4ECEA8C-A9FC-4CB7-9C6C-EB537F2D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3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72406accf4e47"/>
          <a:srcRect xmlns:a="http://schemas.openxmlformats.org/drawingml/2006/main" l="0" t="7551" r="0" b="75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6E65710D-1CCA-4E42-8553-6C6045E5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5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d1b6ed39724f87"/>
          <a:srcRect xmlns:a="http://schemas.openxmlformats.org/drawingml/2006/main" l="22788" t="0" r="227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54060A94-CFA7-4D4D-B3E3-D9EA9AA2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d38fc5c24b4628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E04E7F76-1B28-4912-8914-A803B664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9C237998-A9E7-460D-849F-4E6B8B32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 snapshot conserva la evidencia de una extracción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072F8298-F70E-4AFF-91C9-74D6E666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7FE8BDCE-8686-441D-BB3A-32192D1D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API · REPRODUCIBILIDAD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A175F17B-3B8A-42DB-B498-FFE39A7E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graphicFrame>
        <p:nvGraphicFramePr>
          <p:cNvPr id="113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4552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596384"/>
                <a:gridCol w="6339840"/>
                <a:gridCol w="4913376"/>
              </a:tblGrid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Metadato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Ejemplo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</a:rPr>
                        <a:t>fecha y hora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</a:rPr>
                        <a:t>2026-09-23T21:10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</a:rPr>
                        <a:t>vigencia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</a:rPr>
                        <a:t>endpoint y parámetros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</a:rPr>
                        <a:t>/eventos?pagina=1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</a:rPr>
                        <a:t>repetibilidad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</a:rPr>
                        <a:t>estado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</a:rPr>
                        <a:t>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</a:rPr>
                        <a:t>diagnóstico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</a:rPr>
                        <a:t>cantidad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</a:rPr>
                        <a:t>2.450 registros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</a:rPr>
                        <a:t>completitud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</a:rPr>
                        <a:t>hash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</a:rPr>
                        <a:t>sha256:…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</a:rPr>
                        <a:t>cambio del archivo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ECE74396-727B-45D0-A8FA-BD06DA25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5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b6d979e2a14962"/>
          <a:srcRect xmlns:a="http://schemas.openxmlformats.org/drawingml/2006/main" l="0" t="7843" r="0" b="7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C19A1657-504D-4CF9-BA88-95C55856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7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5bde2167824873"/>
          <a:srcRect xmlns:a="http://schemas.openxmlformats.org/drawingml/2006/main" l="17728" t="0" r="17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E003423-037A-416E-81DB-45F0AFCC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a2c497911e49a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/>
          </a:prstGeom>
        </p:spPr>
      </p:pic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A48594B-D4D0-430B-B103-27A48401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cd15277ee4b7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/>
          </a:prstGeom>
        </p:spPr>
      </p:pic>
      <p:sp>
        <p:nvSpPr>
          <p:cNvPr id="59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15C75A14-F28E-45FE-BD96-0F4B3B3C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1f62b93b5049a4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1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45221FB2-792B-43C0-98A8-39B3BFC5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2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8E4AD21E-E8C4-4F1A-AFEB-7D928E5B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Cada formato organiza el dato de otra manera</a:t>
            </a:r>
          </a:p>
        </p:txBody>
      </p:sp>
      <p:sp>
        <p:nvSpPr>
          <p:cNvPr id="63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F98661DA-1C24-4951-9889-9EEC5546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4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3B45F399-B9DC-4D5F-8348-8856ACF1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FORMATOS · INTERCAMBIO</a:t>
            </a:r>
          </a:p>
        </p:txBody>
      </p:sp>
      <p:sp>
        <p:nvSpPr>
          <p:cNvPr id="65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EAE7FA26-A226-40AE-B744-7C6C56A6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graphicFrame>
        <p:nvGraphicFramePr>
          <p:cNvPr id="119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35936"/>
                <a:gridCol w="4437888"/>
                <a:gridCol w="4437888"/>
                <a:gridCol w="4437888"/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Formato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Estructura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Uso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Atención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CSV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filas y columnas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intercambio tabular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tipos inferidos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XLSX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hojas y celdas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revisión manual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ediciones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JSON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objetos y listas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API y configuración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anidación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Parquet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columnas tipadas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almacenamiento analítico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herramientas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5CA34F5-4DBC-4F95-82BA-CD36497E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97597" h="824293">
                <a:moveTo>
                  <a:pt x="130379" y="0"/>
                </a:moveTo>
                <a:lnTo>
                  <a:pt x="667218" y="0"/>
                </a:lnTo>
                <a:cubicBezTo>
                  <a:pt x="701796" y="0"/>
                  <a:pt x="734959" y="13736"/>
                  <a:pt x="759410" y="38187"/>
                </a:cubicBezTo>
                <a:cubicBezTo>
                  <a:pt x="783861" y="62638"/>
                  <a:pt x="797597" y="95801"/>
                  <a:pt x="797597" y="130379"/>
                </a:cubicBezTo>
                <a:lnTo>
                  <a:pt x="797597" y="693914"/>
                </a:lnTo>
                <a:cubicBezTo>
                  <a:pt x="797597" y="728493"/>
                  <a:pt x="783861" y="761655"/>
                  <a:pt x="759410" y="786106"/>
                </a:cubicBezTo>
                <a:cubicBezTo>
                  <a:pt x="734959" y="810557"/>
                  <a:pt x="701796" y="824293"/>
                  <a:pt x="667218" y="824293"/>
                </a:cubicBezTo>
                <a:lnTo>
                  <a:pt x="130379" y="824293"/>
                </a:lnTo>
                <a:cubicBezTo>
                  <a:pt x="95801" y="824293"/>
                  <a:pt x="62638" y="810557"/>
                  <a:pt x="38187" y="786106"/>
                </a:cubicBezTo>
                <a:cubicBezTo>
                  <a:pt x="13736" y="761655"/>
                  <a:pt x="0" y="728493"/>
                  <a:pt x="0" y="693914"/>
                </a:cubicBezTo>
                <a:lnTo>
                  <a:pt x="0" y="130379"/>
                </a:lnTo>
                <a:cubicBezTo>
                  <a:pt x="0" y="95801"/>
                  <a:pt x="13736" y="62638"/>
                  <a:pt x="38187" y="38187"/>
                </a:cubicBezTo>
                <a:cubicBezTo>
                  <a:pt x="62638" y="13736"/>
                  <a:pt x="95801" y="0"/>
                  <a:pt x="13037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64AB0F1E-2565-420A-9D37-747BEC60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7AFD192D-FA6D-43E2-BE58-D783E967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97597" h="824293">
                <a:moveTo>
                  <a:pt x="130379" y="0"/>
                </a:moveTo>
                <a:lnTo>
                  <a:pt x="667218" y="0"/>
                </a:lnTo>
                <a:cubicBezTo>
                  <a:pt x="701796" y="0"/>
                  <a:pt x="734959" y="13736"/>
                  <a:pt x="759410" y="38187"/>
                </a:cubicBezTo>
                <a:cubicBezTo>
                  <a:pt x="783861" y="62638"/>
                  <a:pt x="797597" y="95801"/>
                  <a:pt x="797597" y="130379"/>
                </a:cubicBezTo>
                <a:lnTo>
                  <a:pt x="797597" y="693914"/>
                </a:lnTo>
                <a:cubicBezTo>
                  <a:pt x="797597" y="728493"/>
                  <a:pt x="783861" y="761655"/>
                  <a:pt x="759410" y="786106"/>
                </a:cubicBezTo>
                <a:cubicBezTo>
                  <a:pt x="734959" y="810557"/>
                  <a:pt x="701796" y="824293"/>
                  <a:pt x="667218" y="824293"/>
                </a:cubicBezTo>
                <a:lnTo>
                  <a:pt x="130379" y="824293"/>
                </a:lnTo>
                <a:cubicBezTo>
                  <a:pt x="95801" y="824293"/>
                  <a:pt x="62638" y="810557"/>
                  <a:pt x="38187" y="786106"/>
                </a:cubicBezTo>
                <a:cubicBezTo>
                  <a:pt x="13736" y="761655"/>
                  <a:pt x="0" y="728493"/>
                  <a:pt x="0" y="693914"/>
                </a:cubicBezTo>
                <a:lnTo>
                  <a:pt x="0" y="130379"/>
                </a:lnTo>
                <a:cubicBezTo>
                  <a:pt x="0" y="95801"/>
                  <a:pt x="13736" y="62638"/>
                  <a:pt x="38187" y="38187"/>
                </a:cubicBezTo>
                <a:cubicBezTo>
                  <a:pt x="62638" y="13736"/>
                  <a:pt x="95801" y="0"/>
                  <a:pt x="13037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D55422DC-EF62-410D-8B5D-B064BF30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F3F2F301-87AC-411C-8834-188D891B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97597" h="824293">
                <a:moveTo>
                  <a:pt x="130379" y="0"/>
                </a:moveTo>
                <a:lnTo>
                  <a:pt x="667218" y="0"/>
                </a:lnTo>
                <a:cubicBezTo>
                  <a:pt x="701796" y="0"/>
                  <a:pt x="734959" y="13736"/>
                  <a:pt x="759410" y="38187"/>
                </a:cubicBezTo>
                <a:cubicBezTo>
                  <a:pt x="783861" y="62638"/>
                  <a:pt x="797597" y="95801"/>
                  <a:pt x="797597" y="130379"/>
                </a:cubicBezTo>
                <a:lnTo>
                  <a:pt x="797597" y="693914"/>
                </a:lnTo>
                <a:cubicBezTo>
                  <a:pt x="797597" y="728493"/>
                  <a:pt x="783861" y="761655"/>
                  <a:pt x="759410" y="786106"/>
                </a:cubicBezTo>
                <a:cubicBezTo>
                  <a:pt x="734959" y="810557"/>
                  <a:pt x="701796" y="824293"/>
                  <a:pt x="667218" y="824293"/>
                </a:cubicBezTo>
                <a:lnTo>
                  <a:pt x="130379" y="824293"/>
                </a:lnTo>
                <a:cubicBezTo>
                  <a:pt x="95801" y="824293"/>
                  <a:pt x="62638" y="810557"/>
                  <a:pt x="38187" y="786106"/>
                </a:cubicBezTo>
                <a:cubicBezTo>
                  <a:pt x="13736" y="761655"/>
                  <a:pt x="0" y="728493"/>
                  <a:pt x="0" y="693914"/>
                </a:cubicBezTo>
                <a:lnTo>
                  <a:pt x="0" y="130379"/>
                </a:lnTo>
                <a:cubicBezTo>
                  <a:pt x="0" y="95801"/>
                  <a:pt x="13736" y="62638"/>
                  <a:pt x="38187" y="38187"/>
                </a:cubicBezTo>
                <a:cubicBezTo>
                  <a:pt x="62638" y="13736"/>
                  <a:pt x="95801" y="0"/>
                  <a:pt x="13037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6B331BBC-5581-48F2-9421-BCEEE0C7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4FB136C3-F667-4D85-9BCE-E2A5946F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97597" h="824293">
                <a:moveTo>
                  <a:pt x="130379" y="0"/>
                </a:moveTo>
                <a:lnTo>
                  <a:pt x="667218" y="0"/>
                </a:lnTo>
                <a:cubicBezTo>
                  <a:pt x="701796" y="0"/>
                  <a:pt x="734959" y="13736"/>
                  <a:pt x="759410" y="38187"/>
                </a:cubicBezTo>
                <a:cubicBezTo>
                  <a:pt x="783861" y="62638"/>
                  <a:pt x="797597" y="95801"/>
                  <a:pt x="797597" y="130379"/>
                </a:cubicBezTo>
                <a:lnTo>
                  <a:pt x="797597" y="693914"/>
                </a:lnTo>
                <a:cubicBezTo>
                  <a:pt x="797597" y="728493"/>
                  <a:pt x="783861" y="761655"/>
                  <a:pt x="759410" y="786106"/>
                </a:cubicBezTo>
                <a:cubicBezTo>
                  <a:pt x="734959" y="810557"/>
                  <a:pt x="701796" y="824293"/>
                  <a:pt x="667218" y="824293"/>
                </a:cubicBezTo>
                <a:lnTo>
                  <a:pt x="130379" y="824293"/>
                </a:lnTo>
                <a:cubicBezTo>
                  <a:pt x="95801" y="824293"/>
                  <a:pt x="62638" y="810557"/>
                  <a:pt x="38187" y="786106"/>
                </a:cubicBezTo>
                <a:cubicBezTo>
                  <a:pt x="13736" y="761655"/>
                  <a:pt x="0" y="728493"/>
                  <a:pt x="0" y="693914"/>
                </a:cubicBezTo>
                <a:lnTo>
                  <a:pt x="0" y="130379"/>
                </a:lnTo>
                <a:cubicBezTo>
                  <a:pt x="0" y="95801"/>
                  <a:pt x="13736" y="62638"/>
                  <a:pt x="38187" y="38187"/>
                </a:cubicBezTo>
                <a:cubicBezTo>
                  <a:pt x="62638" y="13736"/>
                  <a:pt x="95801" y="0"/>
                  <a:pt x="13037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007E7AD1-74E9-4925-AE0A-E2F6D53E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4975F3A3-20E8-42E8-B898-B9A43C26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44596" h="795761">
                <a:moveTo>
                  <a:pt x="120733" y="0"/>
                </a:moveTo>
                <a:lnTo>
                  <a:pt x="723863" y="0"/>
                </a:lnTo>
                <a:cubicBezTo>
                  <a:pt x="790542" y="0"/>
                  <a:pt x="844596" y="54054"/>
                  <a:pt x="844596" y="120733"/>
                </a:cubicBezTo>
                <a:lnTo>
                  <a:pt x="844596" y="675028"/>
                </a:lnTo>
                <a:cubicBezTo>
                  <a:pt x="844596" y="707049"/>
                  <a:pt x="831876" y="737758"/>
                  <a:pt x="809234" y="760399"/>
                </a:cubicBezTo>
                <a:cubicBezTo>
                  <a:pt x="786592" y="783041"/>
                  <a:pt x="755884" y="795761"/>
                  <a:pt x="723863" y="795761"/>
                </a:cubicBezTo>
                <a:lnTo>
                  <a:pt x="120733" y="795761"/>
                </a:lnTo>
                <a:cubicBezTo>
                  <a:pt x="88712" y="795761"/>
                  <a:pt x="58004" y="783041"/>
                  <a:pt x="35362" y="760399"/>
                </a:cubicBezTo>
                <a:cubicBezTo>
                  <a:pt x="12720" y="737758"/>
                  <a:pt x="0" y="707049"/>
                  <a:pt x="0" y="675028"/>
                </a:cubicBezTo>
                <a:lnTo>
                  <a:pt x="0" y="120733"/>
                </a:lnTo>
                <a:cubicBezTo>
                  <a:pt x="0" y="88712"/>
                  <a:pt x="12720" y="58004"/>
                  <a:pt x="35362" y="35362"/>
                </a:cubicBezTo>
                <a:cubicBezTo>
                  <a:pt x="58004" y="12720"/>
                  <a:pt x="88712" y="0"/>
                  <a:pt x="12073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1497B226-79C3-44C4-A621-B4A9D2FA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5355FE4C-4790-45BF-9D9F-40FA4FA6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641945" h="808283">
                <a:moveTo>
                  <a:pt x="158846" y="0"/>
                </a:moveTo>
                <a:lnTo>
                  <a:pt x="483098" y="0"/>
                </a:lnTo>
                <a:cubicBezTo>
                  <a:pt x="570827" y="0"/>
                  <a:pt x="641945" y="71118"/>
                  <a:pt x="641945" y="158846"/>
                </a:cubicBezTo>
                <a:lnTo>
                  <a:pt x="641945" y="649437"/>
                </a:lnTo>
                <a:cubicBezTo>
                  <a:pt x="641945" y="691565"/>
                  <a:pt x="625209" y="731968"/>
                  <a:pt x="595420" y="761758"/>
                </a:cubicBezTo>
                <a:cubicBezTo>
                  <a:pt x="565630" y="791547"/>
                  <a:pt x="525227" y="808283"/>
                  <a:pt x="483098" y="808283"/>
                </a:cubicBezTo>
                <a:lnTo>
                  <a:pt x="158846" y="808283"/>
                </a:lnTo>
                <a:cubicBezTo>
                  <a:pt x="71118" y="808283"/>
                  <a:pt x="0" y="737165"/>
                  <a:pt x="0" y="649437"/>
                </a:cubicBezTo>
                <a:lnTo>
                  <a:pt x="0" y="158846"/>
                </a:lnTo>
                <a:cubicBezTo>
                  <a:pt x="0" y="116717"/>
                  <a:pt x="16736" y="76314"/>
                  <a:pt x="46525" y="46525"/>
                </a:cubicBezTo>
                <a:cubicBezTo>
                  <a:pt x="76314" y="16736"/>
                  <a:pt x="116717" y="0"/>
                  <a:pt x="1588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DD36B6EB-24D9-4538-8DD1-BF086BBF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BE587079-3B56-4EE5-B5E0-37FC9E89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091F065C-5747-499F-A9AE-D87EF1AB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C2BD61B6-36E2-4D26-9490-B2886A48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4ABACF5B-CE61-4E6E-9E12-B3DB68CD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89A89D72-A050-4FA1-B176-EB9B8840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C7563615-4656-4A13-A7F8-7D6F9742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82C19130-9608-43E0-8A2E-F4092E61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33C28233-1725-44E6-B5D7-329E69FD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55428" h="714183">
                <a:moveTo>
                  <a:pt x="0" y="0"/>
                </a:moveTo>
                <a:lnTo>
                  <a:pt x="955428" y="0"/>
                </a:lnTo>
                <a:lnTo>
                  <a:pt x="955428" y="714183"/>
                </a:lnTo>
                <a:lnTo>
                  <a:pt x="0" y="7141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AFF148B4-8F7B-4477-BACE-0EADA2CF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85221" h="816616">
                <a:moveTo>
                  <a:pt x="0" y="0"/>
                </a:moveTo>
                <a:lnTo>
                  <a:pt x="885221" y="0"/>
                </a:lnTo>
                <a:lnTo>
                  <a:pt x="885221" y="816617"/>
                </a:lnTo>
                <a:lnTo>
                  <a:pt x="0" y="81661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089EAB80-2129-4CA0-AF83-827CDFF0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97597" h="824293">
                <a:moveTo>
                  <a:pt x="130379" y="0"/>
                </a:moveTo>
                <a:lnTo>
                  <a:pt x="667218" y="0"/>
                </a:lnTo>
                <a:cubicBezTo>
                  <a:pt x="701796" y="0"/>
                  <a:pt x="734959" y="13736"/>
                  <a:pt x="759410" y="38187"/>
                </a:cubicBezTo>
                <a:cubicBezTo>
                  <a:pt x="783861" y="62638"/>
                  <a:pt x="797597" y="95801"/>
                  <a:pt x="797597" y="130379"/>
                </a:cubicBezTo>
                <a:lnTo>
                  <a:pt x="797597" y="693914"/>
                </a:lnTo>
                <a:cubicBezTo>
                  <a:pt x="797597" y="728493"/>
                  <a:pt x="783861" y="761655"/>
                  <a:pt x="759410" y="786106"/>
                </a:cubicBezTo>
                <a:cubicBezTo>
                  <a:pt x="734959" y="810557"/>
                  <a:pt x="701796" y="824293"/>
                  <a:pt x="667218" y="824293"/>
                </a:cubicBezTo>
                <a:lnTo>
                  <a:pt x="130379" y="824293"/>
                </a:lnTo>
                <a:cubicBezTo>
                  <a:pt x="95801" y="824293"/>
                  <a:pt x="62638" y="810557"/>
                  <a:pt x="38187" y="786106"/>
                </a:cubicBezTo>
                <a:cubicBezTo>
                  <a:pt x="13736" y="761655"/>
                  <a:pt x="0" y="728493"/>
                  <a:pt x="0" y="693914"/>
                </a:cubicBezTo>
                <a:lnTo>
                  <a:pt x="0" y="130379"/>
                </a:lnTo>
                <a:cubicBezTo>
                  <a:pt x="0" y="95801"/>
                  <a:pt x="13736" y="62638"/>
                  <a:pt x="38187" y="38187"/>
                </a:cubicBezTo>
                <a:cubicBezTo>
                  <a:pt x="62638" y="13736"/>
                  <a:pt x="95801" y="0"/>
                  <a:pt x="13037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9D4D8900-E18C-4ADE-A944-48B149AE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DAAECBF9-3013-4570-B093-A066D5F4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63912" h="772604">
                <a:moveTo>
                  <a:pt x="0" y="0"/>
                </a:moveTo>
                <a:lnTo>
                  <a:pt x="763912" y="0"/>
                </a:lnTo>
                <a:lnTo>
                  <a:pt x="763912" y="772604"/>
                </a:lnTo>
                <a:lnTo>
                  <a:pt x="0" y="77260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4A08805D-932F-4647-B6D8-09FFBA07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68668" h="724470">
                <a:moveTo>
                  <a:pt x="0" y="0"/>
                </a:moveTo>
                <a:lnTo>
                  <a:pt x="768668" y="0"/>
                </a:lnTo>
                <a:lnTo>
                  <a:pt x="768668" y="724470"/>
                </a:lnTo>
                <a:lnTo>
                  <a:pt x="0" y="72447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0A81109E-2AFE-4860-827B-63CAE0B1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23802" h="823673">
                <a:moveTo>
                  <a:pt x="0" y="0"/>
                </a:moveTo>
                <a:lnTo>
                  <a:pt x="723802" y="0"/>
                </a:lnTo>
                <a:lnTo>
                  <a:pt x="723802" y="823673"/>
                </a:lnTo>
                <a:lnTo>
                  <a:pt x="0" y="8236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9BE351C9-C9CC-4817-B011-17E4E3C4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300"/>
              </a:lnSpc>
              <a:buNone/>
              <a:defRPr>
                <a:solidFill>
                  <a:srgbClr val="FFFF33"/>
                </a:solidFill>
              </a:defRPr>
            </a:pPr>
            <a:r>
              <a:rPr sz="4300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DB5F0A71-346D-42E8-BBA6-5936B4B6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7"/>
              </a:lnSpc>
              <a:spcBef>
                <a:spcPct val="0"/>
              </a:spcBef>
              <a:buNone/>
            </a:pPr>
            <a:r>
              <a:rPr sz="2105" b="1">
                <a:solidFill>
                  <a:srgbClr val="151616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BA30B48-2377-412E-9BB6-C6E5479C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7"/>
              </a:lnSpc>
              <a:spcBef>
                <a:spcPct val="0"/>
              </a:spcBef>
              <a:buNone/>
            </a:pPr>
            <a:r>
              <a:rPr sz="2105" b="1">
                <a:solidFill>
                  <a:srgbClr val="151616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3A5649AF-9B41-4038-8713-71A94586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7"/>
              </a:lnSpc>
              <a:spcBef>
                <a:spcPct val="0"/>
              </a:spcBef>
              <a:buNone/>
            </a:pPr>
            <a:r>
              <a:rPr sz="2105" b="1">
                <a:solidFill>
                  <a:srgbClr val="151616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DF62990D-6B5A-43AB-B034-5C40FD34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7"/>
              </a:lnSpc>
              <a:spcBef>
                <a:spcPct val="0"/>
              </a:spcBef>
              <a:buNone/>
            </a:pPr>
            <a:r>
              <a:rPr sz="2105" b="1">
                <a:solidFill>
                  <a:srgbClr val="151616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1FF80110-0A51-4AD7-A975-50AE7CEF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332B85D2-1392-4CE5-B88B-3DCF851A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ED7EDECD-8E58-4C11-8F9C-C78DD6BE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BF27DD5D-8663-4B48-A3CE-7DB580B9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2A22412A-A7CA-4AE5-BCB2-383D3C21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7"/>
              </a:lnSpc>
              <a:spcBef>
                <a:spcPct val="0"/>
              </a:spcBef>
              <a:buNone/>
            </a:pPr>
            <a:r>
              <a:rPr sz="2105" b="1">
                <a:solidFill>
                  <a:srgbClr val="151616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765311EE-4C12-4337-B1D8-33699F7C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0744AD71-D274-46CC-968C-D88A2351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3"/>
                </a:lnTo>
                <a:lnTo>
                  <a:pt x="0" y="5149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9359B128-FC21-45FE-8BBA-5362ABE1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87995F44-8E0D-46EA-AD8B-B6757120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5" name="Freeform 55">
            <a:extLst xmlns:a="http://schemas.openxmlformats.org/drawingml/2006/main">
              <a:ext uri="{FF2B5EF4-FFF2-40B4-BE49-F238E27FC236}">
                <a16:creationId xmlns:a16="http://schemas.microsoft.com/office/drawing/2014/main" id="{217ABC8A-7ACE-41E4-9DD2-DF8E835C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038733CB-BF01-489F-98D1-3187B315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58" name="Freeform 58">
            <a:extLst xmlns:a="http://schemas.openxmlformats.org/drawingml/2006/main">
              <a:ext uri="{FF2B5EF4-FFF2-40B4-BE49-F238E27FC236}">
                <a16:creationId xmlns:a16="http://schemas.microsoft.com/office/drawing/2014/main" id="{2D5876EF-C5CF-42AF-8D75-1114D9D5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B8DAE403-0B56-4549-A38F-19114A83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B215BA60-70AB-41C5-970B-97A5BE92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FD65A21E-AAA6-43AB-B0EB-A5F764E4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62" name="Imagen 108">
            <a:extLst xmlns:a="http://schemas.openxmlformats.org/drawingml/2006/main">
              <a:ext uri="{FF2B5EF4-FFF2-40B4-BE49-F238E27FC236}">
                <a16:creationId xmlns:a16="http://schemas.microsoft.com/office/drawing/2014/main" id="{D2ECC055-5D15-4C41-9AAF-8CB765C1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33" name="Imagen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9dd8edd404640"/>
          <a:srcRect xmlns:a="http://schemas.openxmlformats.org/drawingml/2006/main" l="17708" t="0" r="177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9455"/>
            </a:avLst>
          </a:prstGeom>
        </p:spPr>
      </p:pic>
      <p:sp>
        <p:nvSpPr>
          <p:cNvPr id="63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9DD725B1-A249-4AF4-8E98-DD6D4B23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33"/>
          </a:solidFill>
          <a:ln xmlns:a="http://schemas.openxmlformats.org/drawingml/2006/main" w="0">
            <a:noFill/>
          </a:ln>
        </p:spPr>
      </p:sp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f75e5c29f9454b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6E58EE3A-991D-4341-A75F-AB8CBEC7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6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0B6532C5-0229-4DB0-8B13-6A570F66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MCP conecta una aplicación de IA con capacidades declaradas</a:t>
            </a:r>
          </a:p>
        </p:txBody>
      </p:sp>
      <p:sp>
        <p:nvSpPr>
          <p:cNvPr id="67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087AA108-3139-4EE3-BC88-054DC1D1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68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B079D282-5BF5-4828-ADF4-346F8F12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IA · MODEL CONTEXT PROTOCOL</a:t>
            </a:r>
          </a:p>
        </p:txBody>
      </p:sp>
      <p:sp>
        <p:nvSpPr>
          <p:cNvPr id="69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6B277BB8-997F-46D0-A4E6-9E2A460D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8CD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CDD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70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038408C0-5D0F-4AE6-B591-E5BE12B0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05050"/>
            </a:solidFill>
            <a:prstDash val="solid"/>
          </a:ln>
        </p:spPr>
      </p:sp>
      <p:sp>
        <p:nvSpPr>
          <p:cNvPr id="71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2EA1EF80-68D3-49FA-B060-07DB151B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48075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Host</a:t>
            </a:r>
          </a:p>
        </p:txBody>
      </p:sp>
      <p:sp>
        <p:nvSpPr>
          <p:cNvPr id="72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D8B5EB6D-7AC3-4655-8C99-F1667FF0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14825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D7D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D7D7"/>
                </a:solidFill>
                <a:latin typeface="Aptos"/>
                <a:ea typeface="Aptos"/>
                <a:cs typeface="Aptos"/>
              </a:rPr>
              <a:t>coordina la experiencia</a:t>
            </a:r>
          </a:p>
        </p:txBody>
      </p:sp>
      <p:sp>
        <p:nvSpPr>
          <p:cNvPr id="73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01CB10D8-1419-4AAF-8D09-CD03369A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3476625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05050"/>
            </a:solidFill>
            <a:prstDash val="solid"/>
          </a:ln>
        </p:spPr>
      </p:sp>
      <p:sp>
        <p:nvSpPr>
          <p:cNvPr id="74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EAFB918F-46B4-47D3-B2E6-6E0E15A0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3648075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Cliente MCP</a:t>
            </a:r>
          </a:p>
        </p:txBody>
      </p:sp>
      <p:sp>
        <p:nvSpPr>
          <p:cNvPr id="75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B7056AA9-FA0C-48E7-B62E-95A2AD88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4314825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D7D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D7D7"/>
                </a:solidFill>
                <a:latin typeface="Aptos"/>
                <a:ea typeface="Aptos"/>
                <a:cs typeface="Aptos"/>
              </a:rPr>
              <a:t>mantiene una conexión</a:t>
            </a:r>
          </a:p>
        </p:txBody>
      </p:sp>
      <p:sp>
        <p:nvSpPr>
          <p:cNvPr id="76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538ED5EA-5865-4428-A803-65EF4C24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700" y="3476625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05050"/>
            </a:solidFill>
            <a:prstDash val="solid"/>
          </a:ln>
        </p:spPr>
      </p:sp>
      <p:sp>
        <p:nvSpPr>
          <p:cNvPr id="77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2F382836-0ED9-4B73-8194-DA7D0918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3648075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Servidor MCP</a:t>
            </a:r>
          </a:p>
        </p:txBody>
      </p:sp>
      <p:sp>
        <p:nvSpPr>
          <p:cNvPr id="78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A8C57870-ECDB-4468-BBBF-132BCF13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4314825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D7D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D7D7"/>
                </a:solidFill>
                <a:latin typeface="Aptos"/>
                <a:ea typeface="Aptos"/>
                <a:cs typeface="Aptos"/>
              </a:rPr>
              <a:t>expone capacidades</a:t>
            </a:r>
          </a:p>
        </p:txBody>
      </p:sp>
      <p:sp>
        <p:nvSpPr>
          <p:cNvPr id="79" name="worked-box-3">
            <a:extLst xmlns:a="http://schemas.openxmlformats.org/drawingml/2006/main">
              <a:ext uri="{FF2B5EF4-FFF2-40B4-BE49-F238E27FC236}">
                <a16:creationId xmlns:a16="http://schemas.microsoft.com/office/drawing/2014/main" id="{0D7F55BD-F32A-45CF-8233-7CA09E2B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76900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05050"/>
            </a:solidFill>
            <a:prstDash val="solid"/>
          </a:ln>
        </p:spPr>
      </p:sp>
      <p:sp>
        <p:nvSpPr>
          <p:cNvPr id="80" name="worked-head-3">
            <a:extLst xmlns:a="http://schemas.openxmlformats.org/drawingml/2006/main">
              <a:ext uri="{FF2B5EF4-FFF2-40B4-BE49-F238E27FC236}">
                <a16:creationId xmlns:a16="http://schemas.microsoft.com/office/drawing/2014/main" id="{B83783F8-5B6B-48CD-84E2-C949D23F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48350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Descubrimiento</a:t>
            </a:r>
          </a:p>
        </p:txBody>
      </p:sp>
      <p:sp>
        <p:nvSpPr>
          <p:cNvPr id="81" name="worked-body-3">
            <a:extLst xmlns:a="http://schemas.openxmlformats.org/drawingml/2006/main">
              <a:ext uri="{FF2B5EF4-FFF2-40B4-BE49-F238E27FC236}">
                <a16:creationId xmlns:a16="http://schemas.microsoft.com/office/drawing/2014/main" id="{FC27E518-465F-42FA-A420-1B7AC74B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515100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D7D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D7D7"/>
                </a:solidFill>
                <a:latin typeface="Aptos"/>
                <a:ea typeface="Aptos"/>
                <a:cs typeface="Aptos"/>
              </a:rPr>
              <a:t>publica el catálogo</a:t>
            </a:r>
          </a:p>
        </p:txBody>
      </p:sp>
      <p:sp>
        <p:nvSpPr>
          <p:cNvPr id="82" name="worked-box-4">
            <a:extLst xmlns:a="http://schemas.openxmlformats.org/drawingml/2006/main">
              <a:ext uri="{FF2B5EF4-FFF2-40B4-BE49-F238E27FC236}">
                <a16:creationId xmlns:a16="http://schemas.microsoft.com/office/drawing/2014/main" id="{6CDB1F3E-E451-43A3-8F19-C8EFFB1E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5676900"/>
            <a:ext cx="51181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505050"/>
            </a:solidFill>
            <a:prstDash val="solid"/>
          </a:ln>
        </p:spPr>
      </p:sp>
      <p:sp>
        <p:nvSpPr>
          <p:cNvPr id="83" name="worked-head-4">
            <a:extLst xmlns:a="http://schemas.openxmlformats.org/drawingml/2006/main">
              <a:ext uri="{FF2B5EF4-FFF2-40B4-BE49-F238E27FC236}">
                <a16:creationId xmlns:a16="http://schemas.microsoft.com/office/drawing/2014/main" id="{221C3880-5025-47F0-9DA4-724E5370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848350"/>
            <a:ext cx="473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Permisos</a:t>
            </a:r>
          </a:p>
        </p:txBody>
      </p:sp>
      <p:sp>
        <p:nvSpPr>
          <p:cNvPr id="84" name="worked-body-4">
            <a:extLst xmlns:a="http://schemas.openxmlformats.org/drawingml/2006/main">
              <a:ext uri="{FF2B5EF4-FFF2-40B4-BE49-F238E27FC236}">
                <a16:creationId xmlns:a16="http://schemas.microsoft.com/office/drawing/2014/main" id="{6C36337F-BF62-4843-8CB8-E9461921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6515100"/>
            <a:ext cx="4737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controlan cada invocación</a:t>
            </a:r>
          </a:p>
        </p:txBody>
      </p:sp>
      <p:sp>
        <p:nvSpPr>
          <p:cNvPr id="85" name="worked-caption">
            <a:extLst xmlns:a="http://schemas.openxmlformats.org/drawingml/2006/main">
              <a:ext uri="{FF2B5EF4-FFF2-40B4-BE49-F238E27FC236}">
                <a16:creationId xmlns:a16="http://schemas.microsoft.com/office/drawing/2014/main" id="{68995028-1159-42CB-8B3B-8EC686ED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715250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33"/>
                </a:solidFill>
                <a:latin typeface="Aptos"/>
                <a:ea typeface="Aptos"/>
                <a:cs typeface="Aptos"/>
              </a:rPr>
              <a:t>El transporte puede usar stdio o Streamable HTTP.</a:t>
            </a:r>
          </a:p>
        </p:txBody>
      </p:sp>
    </p:spTree>
    <p:extLst>
      <p:ext uri="{BB962C8B-B14F-4D97-AF65-F5344CB8AC3E}">
        <p14:creationId xmlns:p14="http://schemas.microsoft.com/office/powerpoint/2010/main" val="9582169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  <a:endParaRPr sz="4350" b="1">
              <a:solidFill>
                <a:srgbClr val="1F497D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41D10464-A7ED-4E6A-BA5B-2E5544CF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3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7cfb73e1d4247"/>
          <a:srcRect xmlns:a="http://schemas.openxmlformats.org/drawingml/2006/main" l="0" t="7843" r="0" b="7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BBD33968-D5B6-4769-8B06-66971EA9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5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8bbfe440d4ed3"/>
          <a:srcRect xmlns:a="http://schemas.openxmlformats.org/drawingml/2006/main" l="17728" t="0" r="17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D85E14E3-240D-4991-A613-812D86DD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12744e633848b5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9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70649001-7FDA-45F2-B00E-967219D3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6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55DDDA0D-4A81-4152-9C46-63178CB3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Tools, resources y prompts cumplen funciones distintas</a:t>
            </a:r>
          </a:p>
        </p:txBody>
      </p:sp>
      <p:sp>
        <p:nvSpPr>
          <p:cNvPr id="61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2ECF8541-ADBA-4F72-B4C3-EDDD90AB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2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D661E003-567F-4250-BA1C-ADE68FD3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9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97D"/>
                </a:solidFill>
                <a:latin typeface="Aptos"/>
                <a:ea typeface="Aptos"/>
                <a:cs typeface="Aptos"/>
              </a:rPr>
              <a:t>MCP · PRIMITIVAS</a:t>
            </a:r>
          </a:p>
        </p:txBody>
      </p:sp>
      <p:sp>
        <p:nvSpPr>
          <p:cNvPr id="63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F11042EC-55CD-4258-AA48-0146B70D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57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graphicFrame>
        <p:nvGraphicFramePr>
          <p:cNvPr id="113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30670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169920"/>
                <a:gridCol w="5705856"/>
                <a:gridCol w="6973824"/>
              </a:tblGrid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Primitiva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Qué expone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Ejemplo Faro Sur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Tool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acción ejecutable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consultar ventas por familia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Resource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contexto identificable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diccionario de vw_ventas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Prompt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plantilla reutilizable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</a:rPr>
                        <a:t>revisar una ficha de KPI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1599EAE-9230-46F4-8A97-7D146E9F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6350000" h="9525000">
                <a:moveTo>
                  <a:pt x="0" y="9042400"/>
                </a:moveTo>
                <a:lnTo>
                  <a:pt x="0" y="482600"/>
                </a:lnTo>
                <a:cubicBezTo>
                  <a:pt x="0" y="215900"/>
                  <a:pt x="215900" y="0"/>
                  <a:pt x="482600" y="0"/>
                </a:cubicBezTo>
                <a:lnTo>
                  <a:pt x="5867400" y="0"/>
                </a:lnTo>
                <a:cubicBezTo>
                  <a:pt x="6134100" y="0"/>
                  <a:pt x="6350000" y="217170"/>
                  <a:pt x="6350000" y="482600"/>
                </a:cubicBezTo>
                <a:lnTo>
                  <a:pt x="6350000" y="9042400"/>
                </a:lnTo>
                <a:cubicBezTo>
                  <a:pt x="6350000" y="9309100"/>
                  <a:pt x="6134100" y="9525000"/>
                  <a:pt x="5867400" y="9525000"/>
                </a:cubicBezTo>
                <a:lnTo>
                  <a:pt x="482600" y="9525000"/>
                </a:lnTo>
                <a:cubicBezTo>
                  <a:pt x="217170" y="9525000"/>
                  <a:pt x="0" y="9309100"/>
                  <a:pt x="0" y="904240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B645A18-45DA-41BB-B67F-44E720A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29325" h="516787">
                <a:moveTo>
                  <a:pt x="21062" y="0"/>
                </a:moveTo>
                <a:lnTo>
                  <a:pt x="808264" y="0"/>
                </a:lnTo>
                <a:cubicBezTo>
                  <a:pt x="813849" y="0"/>
                  <a:pt x="819206" y="2219"/>
                  <a:pt x="823156" y="6169"/>
                </a:cubicBezTo>
                <a:cubicBezTo>
                  <a:pt x="827106" y="10119"/>
                  <a:pt x="829325" y="15476"/>
                  <a:pt x="829325" y="21062"/>
                </a:cubicBezTo>
                <a:lnTo>
                  <a:pt x="829325" y="495726"/>
                </a:lnTo>
                <a:cubicBezTo>
                  <a:pt x="829325" y="501312"/>
                  <a:pt x="827106" y="506669"/>
                  <a:pt x="823156" y="510619"/>
                </a:cubicBezTo>
                <a:cubicBezTo>
                  <a:pt x="819206" y="514568"/>
                  <a:pt x="813849" y="516787"/>
                  <a:pt x="808264" y="516787"/>
                </a:cubicBezTo>
                <a:lnTo>
                  <a:pt x="21062" y="516787"/>
                </a:lnTo>
                <a:cubicBezTo>
                  <a:pt x="15476" y="516787"/>
                  <a:pt x="10119" y="514568"/>
                  <a:pt x="6169" y="510619"/>
                </a:cubicBezTo>
                <a:cubicBezTo>
                  <a:pt x="2219" y="506669"/>
                  <a:pt x="0" y="501312"/>
                  <a:pt x="0" y="495726"/>
                </a:cubicBezTo>
                <a:lnTo>
                  <a:pt x="0" y="21062"/>
                </a:lnTo>
                <a:cubicBezTo>
                  <a:pt x="0" y="15476"/>
                  <a:pt x="2219" y="10119"/>
                  <a:pt x="6169" y="6169"/>
                </a:cubicBezTo>
                <a:cubicBezTo>
                  <a:pt x="10119" y="2219"/>
                  <a:pt x="15476" y="0"/>
                  <a:pt x="2106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4B9B017-FA3A-4B67-B447-67CF57E5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895E777F-304A-483E-AD78-5BAFE437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32323" y="0"/>
                </a:moveTo>
                <a:lnTo>
                  <a:pt x="235185" y="0"/>
                </a:lnTo>
                <a:cubicBezTo>
                  <a:pt x="308264" y="0"/>
                  <a:pt x="367507" y="59243"/>
                  <a:pt x="367507" y="132323"/>
                </a:cubicBezTo>
                <a:lnTo>
                  <a:pt x="367507" y="252450"/>
                </a:lnTo>
                <a:cubicBezTo>
                  <a:pt x="367507" y="325529"/>
                  <a:pt x="308264" y="384772"/>
                  <a:pt x="235185" y="384772"/>
                </a:cubicBezTo>
                <a:lnTo>
                  <a:pt x="132323" y="384772"/>
                </a:lnTo>
                <a:cubicBezTo>
                  <a:pt x="59243" y="384772"/>
                  <a:pt x="0" y="325529"/>
                  <a:pt x="0" y="252450"/>
                </a:cubicBezTo>
                <a:lnTo>
                  <a:pt x="0" y="132323"/>
                </a:lnTo>
                <a:cubicBezTo>
                  <a:pt x="0" y="59243"/>
                  <a:pt x="59243" y="0"/>
                  <a:pt x="13232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22F67D9-C70F-43B0-9119-013334F8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E20F117-83A3-4316-8680-A192D746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2456041-BEF3-4033-BC59-AE8E7FDC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82CB605-CAA5-42CA-B507-02BFB77B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AA16B0EF-85D9-44E6-9D81-21A0E3E2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BD0F58A-DE3D-4287-8F03-DF04BA64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87C4CE-3F87-4889-8059-17D1A3AE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8711D01-5E9C-43ED-A715-EF2A8393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12787" h="812787">
                <a:moveTo>
                  <a:pt x="0" y="0"/>
                </a:moveTo>
                <a:lnTo>
                  <a:pt x="812786" y="0"/>
                </a:lnTo>
                <a:lnTo>
                  <a:pt x="812786" y="812787"/>
                </a:lnTo>
                <a:lnTo>
                  <a:pt x="0" y="8127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73E0E5F-A81C-4E46-AD2D-53B3CCC2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4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64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E1AEF49F-B0A7-41FA-9696-CED7610F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4CD3D23-2ED3-4BD9-AEFB-B1A6A8CF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  <a:endParaRPr sz="1650" b="1">
              <a:solidFill>
                <a:srgbClr val="FFFFFF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CF87C25C-01A2-4727-B612-44373DCF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7E5DDDB-933E-4EDB-8B45-59ABA66C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F8E7F09-926C-491E-A20C-8170D086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EC9C4D18-444F-4F86-95CB-62116316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A33CE1BD-FDDF-4394-B584-278ED242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2C69D954-C7C9-4265-B933-11769380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C01D160F-BB8C-4120-99EE-5308C2A4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C95C0556-9450-4183-A70F-BB23459F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F699D9FF-4CD4-4B20-9AF1-74CF80D5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3"/>
                </a:lnTo>
                <a:lnTo>
                  <a:pt x="0" y="5149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1DD2DE10-3D86-489C-BE17-EE6AB81D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16EBDEB0-C238-487A-8BC5-675FBC81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1FA2A9ED-D814-4F81-BF6A-248A18C9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43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3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05A9C250-80BF-4D30-90DF-77B6F38C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119F38F8-3E4E-4BAE-8A7D-E9C7182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DB75F18F-2D8F-4655-9D4E-587F6511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0DC5DB04-51FC-4DDD-90C7-BDC4A387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8831C357-2367-4D26-855D-C1356995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86253085-92BB-4B37-9E0B-BAF67954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F1AC78EF-548D-416F-9D3B-39A1C025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  <a:endParaRPr sz="1982">
              <a:solidFill>
                <a:srgbClr val="FFFFFF"/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50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50360BEB-2406-4484-B3B7-98EBD2B9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21046766-6CDD-405B-9F7F-1FEE675C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664F1534-F388-448D-89C2-C415FA37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2696FB92-092A-4DA4-9485-F731CFC1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97C44366-DEBC-4C93-B14C-8DC4DF95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5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3C69083F-E522-41BA-9E85-12840E7D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33"/>
          </a:solidFill>
          <a:ln xmlns:a="http://schemas.openxmlformats.org/drawingml/2006/main" w="0">
            <a:noFill/>
          </a:ln>
        </p:spPr>
      </p:sp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e6674e2db94306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7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D44AC1C4-C515-4B5F-B2D0-AD8C9B85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5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9F1E09FE-A0C8-4D10-8E91-18C0D476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API y MCP ocupan capas distintas del pipeline</a:t>
            </a:r>
          </a:p>
        </p:txBody>
      </p:sp>
      <p:sp>
        <p:nvSpPr>
          <p:cNvPr id="59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848E2B8D-C906-4E08-946A-CB4D98DA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60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2B7FA41A-0C8F-4604-915D-41D604E1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INTERFACES · COMPARACIÓN</a:t>
            </a:r>
          </a:p>
        </p:txBody>
      </p:sp>
      <p:sp>
        <p:nvSpPr>
          <p:cNvPr id="61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2A28811A-0A65-40A0-897E-0BFF2B5E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8CD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CDD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62" name="compare-box-0">
            <a:extLst xmlns:a="http://schemas.openxmlformats.org/drawingml/2006/main">
              <a:ext uri="{FF2B5EF4-FFF2-40B4-BE49-F238E27FC236}">
                <a16:creationId xmlns:a16="http://schemas.microsoft.com/office/drawing/2014/main" id="{C4D419E5-0E40-498E-A754-9A235786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0"/>
            <a:ext cx="676275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D1D1D"/>
          </a:solidFill>
          <a:ln xmlns:a="http://schemas.openxmlformats.org/drawingml/2006/main" w="11430">
            <a:solidFill>
              <a:srgbClr val="515151"/>
            </a:solidFill>
            <a:prstDash val="solid"/>
          </a:ln>
        </p:spPr>
      </p:sp>
      <p:sp>
        <p:nvSpPr>
          <p:cNvPr id="63" name="compare-head-0">
            <a:extLst xmlns:a="http://schemas.openxmlformats.org/drawingml/2006/main">
              <a:ext uri="{FF2B5EF4-FFF2-40B4-BE49-F238E27FC236}">
                <a16:creationId xmlns:a16="http://schemas.microsoft.com/office/drawing/2014/main" id="{800149EC-C64B-4BE2-882C-8135FB6F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576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64" name="compare-metric-0">
            <a:extLst xmlns:a="http://schemas.openxmlformats.org/drawingml/2006/main">
              <a:ext uri="{FF2B5EF4-FFF2-40B4-BE49-F238E27FC236}">
                <a16:creationId xmlns:a16="http://schemas.microsoft.com/office/drawing/2014/main" id="{9C837E83-9D9D-4D0F-88B1-80E02320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81425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051"/>
          </a:bodyPr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endpoint</a:t>
            </a:r>
          </a:p>
        </p:txBody>
      </p:sp>
      <p:sp>
        <p:nvSpPr>
          <p:cNvPr id="65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A405158C-80DF-4564-B434-7054B906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57750"/>
            <a:ext cx="609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Contrato de un servicio para aplicaciones o scripts.</a:t>
            </a:r>
          </a:p>
        </p:txBody>
      </p:sp>
      <p:sp>
        <p:nvSpPr>
          <p:cNvPr id="66" name="compare-box-1">
            <a:extLst xmlns:a="http://schemas.openxmlformats.org/drawingml/2006/main">
              <a:ext uri="{FF2B5EF4-FFF2-40B4-BE49-F238E27FC236}">
                <a16:creationId xmlns:a16="http://schemas.microsoft.com/office/drawing/2014/main" id="{7A650129-5E5A-4161-8CAC-983AE491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0"/>
            <a:ext cx="676275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32323"/>
          </a:solidFill>
          <a:ln xmlns:a="http://schemas.openxmlformats.org/drawingml/2006/main" w="11430">
            <a:solidFill>
              <a:srgbClr val="515151"/>
            </a:solidFill>
            <a:prstDash val="solid"/>
          </a:ln>
        </p:spPr>
      </p:sp>
      <p:sp>
        <p:nvSpPr>
          <p:cNvPr id="67" name="compare-head-1">
            <a:extLst xmlns:a="http://schemas.openxmlformats.org/drawingml/2006/main">
              <a:ext uri="{FF2B5EF4-FFF2-40B4-BE49-F238E27FC236}">
                <a16:creationId xmlns:a16="http://schemas.microsoft.com/office/drawing/2014/main" id="{203E21D9-8073-4FAD-839E-C4618B1D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8576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MCP</a:t>
            </a:r>
          </a:p>
        </p:txBody>
      </p:sp>
      <p:sp>
        <p:nvSpPr>
          <p:cNvPr id="68" name="compare-metric-1">
            <a:extLst xmlns:a="http://schemas.openxmlformats.org/drawingml/2006/main">
              <a:ext uri="{FF2B5EF4-FFF2-40B4-BE49-F238E27FC236}">
                <a16:creationId xmlns:a16="http://schemas.microsoft.com/office/drawing/2014/main" id="{320503F0-5CCE-432A-9D4E-05A376E2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781425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4809"/>
          </a:bodyPr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capacidad</a:t>
            </a:r>
          </a:p>
        </p:txBody>
      </p:sp>
      <p:sp>
        <p:nvSpPr>
          <p:cNvPr id="69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D3CE9529-3563-4ACA-999A-E5A0B738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57750"/>
            <a:ext cx="609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Protocolo de descubrimiento e invocación para hosts de IA.</a:t>
            </a:r>
          </a:p>
        </p:txBody>
      </p:sp>
      <p:sp>
        <p:nvSpPr>
          <p:cNvPr id="70" name="compare-bridge">
            <a:extLst xmlns:a="http://schemas.openxmlformats.org/drawingml/2006/main">
              <a:ext uri="{FF2B5EF4-FFF2-40B4-BE49-F238E27FC236}">
                <a16:creationId xmlns:a16="http://schemas.microsoft.com/office/drawing/2014/main" id="{3C4D8E61-5C37-4B5C-ABBD-17AF7776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143750"/>
            <a:ext cx="1181100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71" name="compare-bridge-text">
            <a:extLst xmlns:a="http://schemas.openxmlformats.org/drawingml/2006/main">
              <a:ext uri="{FF2B5EF4-FFF2-40B4-BE49-F238E27FC236}">
                <a16:creationId xmlns:a16="http://schemas.microsoft.com/office/drawing/2014/main" id="{82A0E92C-85C3-4D01-A0D1-015BE0D1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7286625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 servidor MCP puede utilizar una API existente y conservar sus permisos.</a:t>
            </a:r>
          </a:p>
        </p:txBody>
      </p:sp>
    </p:spTree>
    <p:extLst>
      <p:ext uri="{BB962C8B-B14F-4D97-AF65-F5344CB8AC3E}">
        <p14:creationId xmlns:p14="http://schemas.microsoft.com/office/powerpoint/2010/main" val="6941003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Imagen 73">
            <a:extLst xmlns:a="http://schemas.openxmlformats.org/drawingml/2006/main">
              <a:ext uri="{FF2B5EF4-FFF2-40B4-BE49-F238E27FC236}">
                <a16:creationId xmlns:a16="http://schemas.microsoft.com/office/drawing/2014/main" id="{42A943D7-B10F-4404-B810-4A5B5EEA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82" name="Imagen 7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9549b29c96402d"/>
          <a:srcRect xmlns:a="http://schemas.openxmlformats.org/drawingml/2006/main" l="27764" t="0" r="277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5492"/>
            </a:avLst>
          </a:prstGeom>
        </p:spPr>
      </p:pic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7F5F62B3-F84F-4153-B279-04350AFF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74006" h="182238">
                <a:moveTo>
                  <a:pt x="22567" y="0"/>
                </a:moveTo>
                <a:lnTo>
                  <a:pt x="751439" y="0"/>
                </a:lnTo>
                <a:cubicBezTo>
                  <a:pt x="763903" y="0"/>
                  <a:pt x="774006" y="10104"/>
                  <a:pt x="774006" y="22567"/>
                </a:cubicBezTo>
                <a:lnTo>
                  <a:pt x="774006" y="159671"/>
                </a:lnTo>
                <a:cubicBezTo>
                  <a:pt x="774006" y="165656"/>
                  <a:pt x="771629" y="171396"/>
                  <a:pt x="767396" y="175628"/>
                </a:cubicBezTo>
                <a:cubicBezTo>
                  <a:pt x="763164" y="179861"/>
                  <a:pt x="757424" y="182238"/>
                  <a:pt x="751439" y="182238"/>
                </a:cubicBezTo>
                <a:lnTo>
                  <a:pt x="22567" y="182238"/>
                </a:lnTo>
                <a:cubicBezTo>
                  <a:pt x="10104" y="182238"/>
                  <a:pt x="0" y="172135"/>
                  <a:pt x="0" y="159671"/>
                </a:cubicBezTo>
                <a:lnTo>
                  <a:pt x="0" y="22567"/>
                </a:lnTo>
                <a:cubicBezTo>
                  <a:pt x="0" y="10104"/>
                  <a:pt x="10104" y="0"/>
                  <a:pt x="2256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B53724D0-9C3B-4C22-A623-60FD93C3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564678E5-48A3-472E-A813-58C2E828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79984" y="0"/>
                </a:moveTo>
                <a:lnTo>
                  <a:pt x="287523" y="0"/>
                </a:lnTo>
                <a:cubicBezTo>
                  <a:pt x="308736" y="0"/>
                  <a:pt x="329081" y="8427"/>
                  <a:pt x="344081" y="23427"/>
                </a:cubicBezTo>
                <a:cubicBezTo>
                  <a:pt x="359080" y="38427"/>
                  <a:pt x="367507" y="58771"/>
                  <a:pt x="367507" y="79984"/>
                </a:cubicBezTo>
                <a:lnTo>
                  <a:pt x="367507" y="304788"/>
                </a:lnTo>
                <a:cubicBezTo>
                  <a:pt x="367507" y="348962"/>
                  <a:pt x="331697" y="384772"/>
                  <a:pt x="287523" y="384772"/>
                </a:cubicBezTo>
                <a:lnTo>
                  <a:pt x="79984" y="384772"/>
                </a:lnTo>
                <a:cubicBezTo>
                  <a:pt x="58771" y="384772"/>
                  <a:pt x="38427" y="376345"/>
                  <a:pt x="23427" y="361345"/>
                </a:cubicBezTo>
                <a:cubicBezTo>
                  <a:pt x="8427" y="346346"/>
                  <a:pt x="0" y="326001"/>
                  <a:pt x="0" y="304788"/>
                </a:cubicBezTo>
                <a:lnTo>
                  <a:pt x="0" y="79984"/>
                </a:lnTo>
                <a:cubicBezTo>
                  <a:pt x="0" y="58771"/>
                  <a:pt x="8427" y="38427"/>
                  <a:pt x="23427" y="23427"/>
                </a:cubicBezTo>
                <a:cubicBezTo>
                  <a:pt x="38427" y="8427"/>
                  <a:pt x="58771" y="0"/>
                  <a:pt x="7998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566E8966-A412-411A-8729-3789C90F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C5146AB1-E671-4464-A213-49B0D9FA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EA7D4C51-A4E3-49A0-809C-9F63351A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989F7E7A-69FF-43DB-8D39-AF070A59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29A85F48-37A2-4038-A2F8-9E2BD8E0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4C851B3-0647-4286-AA9F-B9BDE191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31B4A31-D8A2-4B0B-BA5B-3E1316C5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81E1ADD0-8DD9-429F-9899-AA0B0460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639B345-5C1E-4E7C-A987-87C57A37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ED8CF195-CA26-4E09-AF27-4F05B793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4B9D9E6-2B09-46E5-8753-D045605B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06FB87C0-9F1F-47DC-B660-6AA62A91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806506" h="406400">
                <a:moveTo>
                  <a:pt x="1603306" y="0"/>
                </a:moveTo>
                <a:cubicBezTo>
                  <a:pt x="1715530" y="0"/>
                  <a:pt x="1806506" y="90976"/>
                  <a:pt x="1806506" y="203200"/>
                </a:cubicBezTo>
                <a:cubicBezTo>
                  <a:pt x="1806506" y="315424"/>
                  <a:pt x="1715530" y="406400"/>
                  <a:pt x="1603306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993D8D62-EF10-44EC-8A2B-004C808D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D9710FB2-485C-43BD-9DC6-2F867D11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ACD5A629-BE31-475C-9C5D-9EAD5382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79984" y="0"/>
                </a:moveTo>
                <a:lnTo>
                  <a:pt x="287523" y="0"/>
                </a:lnTo>
                <a:cubicBezTo>
                  <a:pt x="308736" y="0"/>
                  <a:pt x="329081" y="8427"/>
                  <a:pt x="344081" y="23427"/>
                </a:cubicBezTo>
                <a:cubicBezTo>
                  <a:pt x="359080" y="38427"/>
                  <a:pt x="367507" y="58771"/>
                  <a:pt x="367507" y="79984"/>
                </a:cubicBezTo>
                <a:lnTo>
                  <a:pt x="367507" y="304788"/>
                </a:lnTo>
                <a:cubicBezTo>
                  <a:pt x="367507" y="348962"/>
                  <a:pt x="331697" y="384772"/>
                  <a:pt x="287523" y="384772"/>
                </a:cubicBezTo>
                <a:lnTo>
                  <a:pt x="79984" y="384772"/>
                </a:lnTo>
                <a:cubicBezTo>
                  <a:pt x="58771" y="384772"/>
                  <a:pt x="38427" y="376345"/>
                  <a:pt x="23427" y="361345"/>
                </a:cubicBezTo>
                <a:cubicBezTo>
                  <a:pt x="8427" y="346346"/>
                  <a:pt x="0" y="326001"/>
                  <a:pt x="0" y="304788"/>
                </a:cubicBezTo>
                <a:lnTo>
                  <a:pt x="0" y="79984"/>
                </a:lnTo>
                <a:cubicBezTo>
                  <a:pt x="0" y="58771"/>
                  <a:pt x="8427" y="38427"/>
                  <a:pt x="23427" y="23427"/>
                </a:cubicBezTo>
                <a:cubicBezTo>
                  <a:pt x="38427" y="8427"/>
                  <a:pt x="58771" y="0"/>
                  <a:pt x="7998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78AFBFA9-CBB9-40D9-80E1-AC366656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DA6229D7-FCFF-42B6-BC2A-4D56D32D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61495" h="512772">
                <a:moveTo>
                  <a:pt x="0" y="0"/>
                </a:moveTo>
                <a:lnTo>
                  <a:pt x="461494" y="0"/>
                </a:lnTo>
                <a:lnTo>
                  <a:pt x="461494" y="512772"/>
                </a:lnTo>
                <a:lnTo>
                  <a:pt x="0" y="51277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B6CB9091-D238-4ED8-9845-61686526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20283" h="461216">
                <a:moveTo>
                  <a:pt x="0" y="0"/>
                </a:moveTo>
                <a:lnTo>
                  <a:pt x="420283" y="0"/>
                </a:lnTo>
                <a:lnTo>
                  <a:pt x="420283" y="461216"/>
                </a:lnTo>
                <a:lnTo>
                  <a:pt x="0" y="46121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5C72A90F-1114-4CC1-BD13-975BD395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45320EE5-2F71-4DAF-90A4-7248E2FB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75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20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3D9B7426-D179-4E47-A1B8-25B85292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0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9494C4CD-EBFD-4C8D-8B7A-363B4864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D419E547-CC87-443C-BFF6-5537F948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E6DA3120-1590-4E4A-9703-2E188BF1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500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500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2279A6B3-B644-4667-9C11-7BB77805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700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57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C78B9BA3-AB64-47BA-A661-F2C330D2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15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  <a:endParaRPr sz="1500">
              <a:solidFill>
                <a:srgbClr val="FFFFFF"/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C61E909E-10CA-4FD8-800A-4AC532F9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4" name="visual-top-rail">
            <a:extLst xmlns:a="http://schemas.openxmlformats.org/drawingml/2006/main">
              <a:ext uri="{FF2B5EF4-FFF2-40B4-BE49-F238E27FC236}">
                <a16:creationId xmlns:a16="http://schemas.microsoft.com/office/drawing/2014/main" id="{F9CB5266-FB37-4F9A-89BF-62AB1FDB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33"/>
          </a:solidFill>
          <a:ln xmlns:a="http://schemas.openxmlformats.org/drawingml/2006/main" w="0">
            <a:noFill/>
          </a:ln>
        </p:spPr>
      </p:sp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6de91a1ee49d7"/>
          <a:stretch xmlns:a="http://schemas.openxmlformats.org/drawingml/2006/main"/>
        </p:blipFill>
        <p:spPr>
          <a:xfrm xmlns:a="http://schemas.openxmlformats.org/drawingml/2006/main">
            <a:off x="704850" y="540763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46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30CB718B-A7BA-4F12-B542-2087C1CC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8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8D8"/>
                </a:solidFill>
                <a:latin typeface="Aptos"/>
                <a:ea typeface="Aptos"/>
                <a:cs typeface="Aptos"/>
              </a:rPr>
              <a:t>Universidad Tecnológica Nacional</a:t>
            </a:r>
          </a:p>
        </p:txBody>
      </p:sp>
      <p:sp>
        <p:nvSpPr>
          <p:cNvPr id="47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B98CEBF1-C3E2-4BED-B557-53B2C753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19250"/>
            <a:ext cx="1438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Una fuente entra al pipeline con contrato y trazabilidad</a:t>
            </a:r>
          </a:p>
        </p:txBody>
      </p:sp>
      <p:sp>
        <p:nvSpPr>
          <p:cNvPr id="48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1EA0C376-B9CA-405D-9026-1FF9AB17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" y="2905125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49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3CFE7D2B-847D-425F-9B98-29D57D44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24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CIERRE · PUENTE A ETL/ELT</a:t>
            </a:r>
          </a:p>
        </p:txBody>
      </p:sp>
      <p:sp>
        <p:nvSpPr>
          <p:cNvPr id="50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8AB7C80B-AD21-4AC4-A9CD-971D52BA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782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8CD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CDD3"/>
                </a:solidFill>
                <a:latin typeface="Aptos"/>
                <a:ea typeface="Aptos"/>
                <a:cs typeface="Aptos"/>
              </a:rPr>
              <a:t>Análisis de Datos · Ingeniería Industrial</a:t>
            </a:r>
          </a:p>
        </p:txBody>
      </p:sp>
      <p:sp>
        <p:nvSpPr>
          <p:cNvPr id="51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169A9612-8C59-4E9A-B384-85F9E425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98875" y="490537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52" name="flow-step-0">
            <a:extLst xmlns:a="http://schemas.openxmlformats.org/drawingml/2006/main">
              <a:ext uri="{FF2B5EF4-FFF2-40B4-BE49-F238E27FC236}">
                <a16:creationId xmlns:a16="http://schemas.microsoft.com/office/drawing/2014/main" id="{C894FBE2-10E5-474E-83B9-0DA8A6E8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2460625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53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F5C7A693-0633-41B3-89DA-09E41594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386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4" name="flow-head-0">
            <a:extLst xmlns:a="http://schemas.openxmlformats.org/drawingml/2006/main">
              <a:ext uri="{FF2B5EF4-FFF2-40B4-BE49-F238E27FC236}">
                <a16:creationId xmlns:a16="http://schemas.microsoft.com/office/drawing/2014/main" id="{B528B1F8-48D7-4725-ADE4-A398CB7D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207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Servicio</a:t>
            </a:r>
          </a:p>
        </p:txBody>
      </p:sp>
      <p:sp>
        <p:nvSpPr>
          <p:cNvPr id="55" name="flow-body-0">
            <a:extLst xmlns:a="http://schemas.openxmlformats.org/drawingml/2006/main">
              <a:ext uri="{FF2B5EF4-FFF2-40B4-BE49-F238E27FC236}">
                <a16:creationId xmlns:a16="http://schemas.microsoft.com/office/drawing/2014/main" id="{27885692-3C8A-468A-A58E-FFABFC7E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05400"/>
            <a:ext cx="2117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7D7D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7D7"/>
                </a:solidFill>
                <a:latin typeface="Aptos"/>
                <a:ea typeface="Aptos"/>
                <a:cs typeface="Aptos"/>
              </a:rPr>
              <a:t>fuente viva</a:t>
            </a:r>
          </a:p>
        </p:txBody>
      </p:sp>
      <p:sp>
        <p:nvSpPr>
          <p:cNvPr id="56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1EB18CA1-9052-489C-AC8A-92FD3F0D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69050" y="490537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57" name="flow-step-1">
            <a:extLst xmlns:a="http://schemas.openxmlformats.org/drawingml/2006/main">
              <a:ext uri="{FF2B5EF4-FFF2-40B4-BE49-F238E27FC236}">
                <a16:creationId xmlns:a16="http://schemas.microsoft.com/office/drawing/2014/main" id="{DC6ABCB3-855B-4227-A74E-21D8951F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8425" y="3905250"/>
            <a:ext cx="2460625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58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C5A49D2C-EF43-4304-987B-998B52B5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825" y="40386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9" name="flow-head-1">
            <a:extLst xmlns:a="http://schemas.openxmlformats.org/drawingml/2006/main">
              <a:ext uri="{FF2B5EF4-FFF2-40B4-BE49-F238E27FC236}">
                <a16:creationId xmlns:a16="http://schemas.microsoft.com/office/drawing/2014/main" id="{0989C723-DD26-4C0F-B0E6-979817F6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925" y="4495800"/>
            <a:ext cx="207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Solicitud</a:t>
            </a:r>
          </a:p>
        </p:txBody>
      </p:sp>
      <p:sp>
        <p:nvSpPr>
          <p:cNvPr id="60" name="flow-body-1">
            <a:extLst xmlns:a="http://schemas.openxmlformats.org/drawingml/2006/main">
              <a:ext uri="{FF2B5EF4-FFF2-40B4-BE49-F238E27FC236}">
                <a16:creationId xmlns:a16="http://schemas.microsoft.com/office/drawing/2014/main" id="{10386805-73D1-49CE-80C1-C8A3121E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5" y="5105400"/>
            <a:ext cx="2117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7D7D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7D7"/>
                </a:solidFill>
                <a:latin typeface="Aptos"/>
                <a:ea typeface="Aptos"/>
                <a:cs typeface="Aptos"/>
              </a:rPr>
              <a:t>parámetros</a:t>
            </a:r>
          </a:p>
        </p:txBody>
      </p:sp>
      <p:sp>
        <p:nvSpPr>
          <p:cNvPr id="61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83CF450D-C4C1-4C22-8841-F37139BC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39225" y="490537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62" name="flow-step-2">
            <a:extLst xmlns:a="http://schemas.openxmlformats.org/drawingml/2006/main">
              <a:ext uri="{FF2B5EF4-FFF2-40B4-BE49-F238E27FC236}">
                <a16:creationId xmlns:a16="http://schemas.microsoft.com/office/drawing/2014/main" id="{CCF0C323-9025-4264-8782-313C9AC3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600" y="3905250"/>
            <a:ext cx="2460625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63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52452046-3974-4963-9183-9C01AF87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0" y="40386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4" name="flow-head-2">
            <a:extLst xmlns:a="http://schemas.openxmlformats.org/drawingml/2006/main">
              <a:ext uri="{FF2B5EF4-FFF2-40B4-BE49-F238E27FC236}">
                <a16:creationId xmlns:a16="http://schemas.microsoft.com/office/drawing/2014/main" id="{2CE6FB58-FEBB-4E93-84C6-81AB4E41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4495800"/>
            <a:ext cx="207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Snapshot</a:t>
            </a:r>
          </a:p>
        </p:txBody>
      </p:sp>
      <p:sp>
        <p:nvSpPr>
          <p:cNvPr id="65" name="flow-body-2">
            <a:extLst xmlns:a="http://schemas.openxmlformats.org/drawingml/2006/main">
              <a:ext uri="{FF2B5EF4-FFF2-40B4-BE49-F238E27FC236}">
                <a16:creationId xmlns:a16="http://schemas.microsoft.com/office/drawing/2014/main" id="{806ABC92-6BDD-4855-96E0-099104B5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5105400"/>
            <a:ext cx="2117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7D7D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7D7"/>
                </a:solidFill>
                <a:latin typeface="Aptos"/>
                <a:ea typeface="Aptos"/>
                <a:cs typeface="Aptos"/>
              </a:rPr>
              <a:t>evidencia</a:t>
            </a:r>
          </a:p>
        </p:txBody>
      </p:sp>
      <p:sp>
        <p:nvSpPr>
          <p:cNvPr id="66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65282AA5-9546-4820-9F47-CA24E759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709400" y="490537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67" name="flow-step-3">
            <a:extLst xmlns:a="http://schemas.openxmlformats.org/drawingml/2006/main">
              <a:ext uri="{FF2B5EF4-FFF2-40B4-BE49-F238E27FC236}">
                <a16:creationId xmlns:a16="http://schemas.microsoft.com/office/drawing/2014/main" id="{9DD63FC5-E3E9-49F2-9865-12F41285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905250"/>
            <a:ext cx="2460625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68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CAF61B5D-58E4-4009-8A46-D5C120F5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0386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9" name="flow-head-3">
            <a:extLst xmlns:a="http://schemas.openxmlformats.org/drawingml/2006/main">
              <a:ext uri="{FF2B5EF4-FFF2-40B4-BE49-F238E27FC236}">
                <a16:creationId xmlns:a16="http://schemas.microsoft.com/office/drawing/2014/main" id="{1C318977-0319-4CCF-B141-EDF8B738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495800"/>
            <a:ext cx="207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Raw</a:t>
            </a:r>
          </a:p>
        </p:txBody>
      </p:sp>
      <p:sp>
        <p:nvSpPr>
          <p:cNvPr id="7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59CF74DB-B5D2-4521-A24E-81C7F50E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5105400"/>
            <a:ext cx="2117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7D7D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7D7"/>
                </a:solidFill>
                <a:latin typeface="Aptos"/>
                <a:ea typeface="Aptos"/>
                <a:cs typeface="Aptos"/>
              </a:rPr>
              <a:t>respuesta conservada</a:t>
            </a:r>
          </a:p>
        </p:txBody>
      </p:sp>
      <p:sp>
        <p:nvSpPr>
          <p:cNvPr id="71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84342D3D-FC0E-4B2A-98A1-6FE53E0F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79575" y="490537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72" name="flow-step-4">
            <a:extLst xmlns:a="http://schemas.openxmlformats.org/drawingml/2006/main">
              <a:ext uri="{FF2B5EF4-FFF2-40B4-BE49-F238E27FC236}">
                <a16:creationId xmlns:a16="http://schemas.microsoft.com/office/drawing/2014/main" id="{8297CEE3-7A90-4CA3-9BC6-B1CC9569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8950" y="3905250"/>
            <a:ext cx="2460625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73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E948385F-C7F2-462F-9A44-412A01AA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350" y="40386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3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4" name="flow-head-4">
            <a:extLst xmlns:a="http://schemas.openxmlformats.org/drawingml/2006/main">
              <a:ext uri="{FF2B5EF4-FFF2-40B4-BE49-F238E27FC236}">
                <a16:creationId xmlns:a16="http://schemas.microsoft.com/office/drawing/2014/main" id="{59CBCCDF-32CF-4E1A-AEEE-5E3F843C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9450" y="4495800"/>
            <a:ext cx="207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Staging</a:t>
            </a:r>
          </a:p>
        </p:txBody>
      </p:sp>
      <p:sp>
        <p:nvSpPr>
          <p:cNvPr id="75" name="flow-body-4">
            <a:extLst xmlns:a="http://schemas.openxmlformats.org/drawingml/2006/main">
              <a:ext uri="{FF2B5EF4-FFF2-40B4-BE49-F238E27FC236}">
                <a16:creationId xmlns:a16="http://schemas.microsoft.com/office/drawing/2014/main" id="{01C0F0E1-7CA0-4088-951E-13B24F58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5105400"/>
            <a:ext cx="2117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7D7D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7D7"/>
                </a:solidFill>
                <a:latin typeface="Aptos"/>
                <a:ea typeface="Aptos"/>
                <a:cs typeface="Aptos"/>
              </a:rPr>
              <a:t>tipos y esquema</a:t>
            </a:r>
          </a:p>
        </p:txBody>
      </p:sp>
      <p:sp>
        <p:nvSpPr>
          <p:cNvPr id="76" name="flow-step-5">
            <a:extLst xmlns:a="http://schemas.openxmlformats.org/drawingml/2006/main">
              <a:ext uri="{FF2B5EF4-FFF2-40B4-BE49-F238E27FC236}">
                <a16:creationId xmlns:a16="http://schemas.microsoft.com/office/drawing/2014/main" id="{76A8862C-2864-4A18-B9E1-85446314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9125" y="3905250"/>
            <a:ext cx="2460625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77" name="flow-index-5">
            <a:extLst xmlns:a="http://schemas.openxmlformats.org/drawingml/2006/main">
              <a:ext uri="{FF2B5EF4-FFF2-40B4-BE49-F238E27FC236}">
                <a16:creationId xmlns:a16="http://schemas.microsoft.com/office/drawing/2014/main" id="{C695A1F6-AB04-4830-BB43-FB46BFDB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1525" y="40386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8" name="flow-head-5">
            <a:extLst xmlns:a="http://schemas.openxmlformats.org/drawingml/2006/main">
              <a:ext uri="{FF2B5EF4-FFF2-40B4-BE49-F238E27FC236}">
                <a16:creationId xmlns:a16="http://schemas.microsoft.com/office/drawing/2014/main" id="{FC625CB0-A950-4E41-BA32-7591487A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9625" y="4495800"/>
            <a:ext cx="207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Mart</a:t>
            </a:r>
          </a:p>
        </p:txBody>
      </p:sp>
      <p:sp>
        <p:nvSpPr>
          <p:cNvPr id="79" name="flow-body-5">
            <a:extLst xmlns:a="http://schemas.openxmlformats.org/drawingml/2006/main">
              <a:ext uri="{FF2B5EF4-FFF2-40B4-BE49-F238E27FC236}">
                <a16:creationId xmlns:a16="http://schemas.microsoft.com/office/drawing/2014/main" id="{66602100-99C6-4299-B436-8538B142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0575" y="5105400"/>
            <a:ext cx="2117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uso analítico</a:t>
            </a:r>
          </a:p>
        </p:txBody>
      </p:sp>
      <p:sp>
        <p:nvSpPr>
          <p:cNvPr id="80" name="flow-callout">
            <a:extLst xmlns:a="http://schemas.openxmlformats.org/drawingml/2006/main">
              <a:ext uri="{FF2B5EF4-FFF2-40B4-BE49-F238E27FC236}">
                <a16:creationId xmlns:a16="http://schemas.microsoft.com/office/drawing/2014/main" id="{434178D6-81F0-4E92-A25E-C95D4327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000875"/>
            <a:ext cx="1314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FFF3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FFF33"/>
                </a:solidFill>
                <a:latin typeface="Aptos"/>
                <a:ea typeface="Aptos"/>
                <a:cs typeface="Aptos"/>
              </a:rPr>
              <a:t>El próximo módulo transforma esa evidencia en capas reproducibles.</a:t>
            </a:r>
          </a:p>
        </p:txBody>
      </p:sp>
    </p:spTree>
    <p:extLst>
      <p:ext uri="{BB962C8B-B14F-4D97-AF65-F5344CB8AC3E}">
        <p14:creationId xmlns:p14="http://schemas.microsoft.com/office/powerpoint/2010/main" val="168849346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2026-08-12T01:39:26.7710000Z</dcterms:created>
  <dcterms:modified xsi:type="dcterms:W3CDTF">2026-08-12T01:39:26.7710000Z</dcterms:modified>
</coreProperties>
</file>